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da6aee30e1449a" /><Relationship Type="http://schemas.openxmlformats.org/officeDocument/2006/relationships/extended-properties" Target="/docProps/app.xml" Id="R78e1e771a0af41ee" /><Relationship Type="http://schemas.openxmlformats.org/officeDocument/2006/relationships/officeDocument" Target="/ppt/presentation.xml" Id="R3ef046726c344c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7b439b649f42fc"/>
  </p:sldMasterIdLst>
  <p:notesMasterIdLst>
    <p:notesMasterId xmlns:r="http://schemas.openxmlformats.org/officeDocument/2006/relationships" r:id="R4b59d2f84f924a82"/>
  </p:notesMasterIdLst>
  <p:sldIdLst>
    <p:sldId xmlns:r="http://schemas.openxmlformats.org/officeDocument/2006/relationships" id="256" r:id="R2fa9cac767b8421b"/>
    <p:sldId xmlns:r="http://schemas.openxmlformats.org/officeDocument/2006/relationships" id="257" r:id="R53182412e9fa4260"/>
    <p:sldId xmlns:r="http://schemas.openxmlformats.org/officeDocument/2006/relationships" id="258" r:id="Rf6fa52633d284f45"/>
    <p:sldId xmlns:r="http://schemas.openxmlformats.org/officeDocument/2006/relationships" id="259" r:id="R6b4bed9d8dad49ba"/>
    <p:sldId xmlns:r="http://schemas.openxmlformats.org/officeDocument/2006/relationships" id="260" r:id="R64b404fbb8a14111"/>
    <p:sldId xmlns:r="http://schemas.openxmlformats.org/officeDocument/2006/relationships" id="261" r:id="R994ead2ce4d84d85"/>
    <p:sldId xmlns:r="http://schemas.openxmlformats.org/officeDocument/2006/relationships" id="262" r:id="R40cea8817cbb4d26"/>
    <p:sldId xmlns:r="http://schemas.openxmlformats.org/officeDocument/2006/relationships" id="263" r:id="Ref1eee34b4f64be4"/>
    <p:sldId xmlns:r="http://schemas.openxmlformats.org/officeDocument/2006/relationships" id="264" r:id="R0376bfc32e634d07"/>
    <p:sldId xmlns:r="http://schemas.openxmlformats.org/officeDocument/2006/relationships" id="265" r:id="R5df7568a343a4316"/>
    <p:sldId xmlns:r="http://schemas.openxmlformats.org/officeDocument/2006/relationships" id="266" r:id="Ra0667a2562bd4dce"/>
    <p:sldId xmlns:r="http://schemas.openxmlformats.org/officeDocument/2006/relationships" id="267" r:id="Ra7537f28fa534c7f"/>
    <p:sldId xmlns:r="http://schemas.openxmlformats.org/officeDocument/2006/relationships" id="268" r:id="R237a5505e73f4a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a2e8681414452c" /><Relationship Type="http://schemas.openxmlformats.org/officeDocument/2006/relationships/slideMaster" Target="/ppt/slideMasters/slideMaster1.xml" Id="Rdb7b439b649f42fc" /><Relationship Type="http://schemas.openxmlformats.org/officeDocument/2006/relationships/notesMaster" Target="/ppt/notesMasters/notesMaster1.xml" Id="R4b59d2f84f924a82" /><Relationship Type="http://schemas.openxmlformats.org/officeDocument/2006/relationships/presProps" Target="/ppt/presProps.xml" Id="R41e509bf182d4a56" /><Relationship Type="http://schemas.openxmlformats.org/officeDocument/2006/relationships/tableStyles" Target="/ppt/tableStyles.xml" Id="Rb41dddcb61d141d6" /><Relationship Type="http://schemas.openxmlformats.org/officeDocument/2006/relationships/slide" Target="/ppt/slides/slide1.xml" Id="R2fa9cac767b8421b" /><Relationship Type="http://schemas.openxmlformats.org/officeDocument/2006/relationships/slide" Target="/ppt/slides/slide2.xml" Id="R53182412e9fa4260" /><Relationship Type="http://schemas.openxmlformats.org/officeDocument/2006/relationships/slide" Target="/ppt/slides/slide3.xml" Id="Rf6fa52633d284f45" /><Relationship Type="http://schemas.openxmlformats.org/officeDocument/2006/relationships/slide" Target="/ppt/slides/slide4.xml" Id="R6b4bed9d8dad49ba" /><Relationship Type="http://schemas.openxmlformats.org/officeDocument/2006/relationships/slide" Target="/ppt/slides/slide5.xml" Id="R64b404fbb8a14111" /><Relationship Type="http://schemas.openxmlformats.org/officeDocument/2006/relationships/slide" Target="/ppt/slides/slide6.xml" Id="R994ead2ce4d84d85" /><Relationship Type="http://schemas.openxmlformats.org/officeDocument/2006/relationships/slide" Target="/ppt/slides/slide7.xml" Id="R40cea8817cbb4d26" /><Relationship Type="http://schemas.openxmlformats.org/officeDocument/2006/relationships/slide" Target="/ppt/slides/slide8.xml" Id="Ref1eee34b4f64be4" /><Relationship Type="http://schemas.openxmlformats.org/officeDocument/2006/relationships/slide" Target="/ppt/slides/slide9.xml" Id="R0376bfc32e634d07" /><Relationship Type="http://schemas.openxmlformats.org/officeDocument/2006/relationships/slide" Target="/ppt/slides/slide10.xml" Id="R5df7568a343a4316" /><Relationship Type="http://schemas.openxmlformats.org/officeDocument/2006/relationships/slide" Target="/ppt/slides/slide11.xml" Id="Ra0667a2562bd4dce" /><Relationship Type="http://schemas.openxmlformats.org/officeDocument/2006/relationships/slide" Target="/ppt/slides/slide12.xml" Id="Ra7537f28fa534c7f" /><Relationship Type="http://schemas.openxmlformats.org/officeDocument/2006/relationships/slide" Target="/ppt/slides/slide13.xml" Id="R237a5505e73f4a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732cc70ee644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027fa87c48439a" /><Relationship Type="http://schemas.openxmlformats.org/officeDocument/2006/relationships/notesMaster" Target="/ppt/notesMasters/notesMaster1.xml" Id="Rbac4f9049fc946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f3507129b1402d" /><Relationship Type="http://schemas.openxmlformats.org/officeDocument/2006/relationships/notesMaster" Target="/ppt/notesMasters/notesMaster1.xml" Id="R2b527d8df4a14f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9fd129e6c44dcf" /><Relationship Type="http://schemas.openxmlformats.org/officeDocument/2006/relationships/notesMaster" Target="/ppt/notesMasters/notesMaster1.xml" Id="Rac3ddd7e412e46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9ecf42d36249a0" /><Relationship Type="http://schemas.openxmlformats.org/officeDocument/2006/relationships/notesMaster" Target="/ppt/notesMasters/notesMaster1.xml" Id="R335209b32a3f41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bdc82366ef40b1" /><Relationship Type="http://schemas.openxmlformats.org/officeDocument/2006/relationships/notesMaster" Target="/ppt/notesMasters/notesMaster1.xml" Id="Rc989855d669a4f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d5b1097e9444d5" /><Relationship Type="http://schemas.openxmlformats.org/officeDocument/2006/relationships/notesMaster" Target="/ppt/notesMasters/notesMaster1.xml" Id="R58fae1f4f27842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60e91004cf4f56" /><Relationship Type="http://schemas.openxmlformats.org/officeDocument/2006/relationships/notesMaster" Target="/ppt/notesMasters/notesMaster1.xml" Id="R17e662686dee48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07c364cf564cca" /><Relationship Type="http://schemas.openxmlformats.org/officeDocument/2006/relationships/notesMaster" Target="/ppt/notesMasters/notesMaster1.xml" Id="R5d7dd9dec77845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a8ff372cd14b7d" /><Relationship Type="http://schemas.openxmlformats.org/officeDocument/2006/relationships/notesMaster" Target="/ppt/notesMasters/notesMaster1.xml" Id="R4c15c1beaf4b45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dabad278d1487d" /><Relationship Type="http://schemas.openxmlformats.org/officeDocument/2006/relationships/notesMaster" Target="/ppt/notesMasters/notesMaster1.xml" Id="Rf845c66db53f41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c04f8d8b5a4b3e" /><Relationship Type="http://schemas.openxmlformats.org/officeDocument/2006/relationships/notesMaster" Target="/ppt/notesMasters/notesMaster1.xml" Id="Rd375dbe7166741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d8cb55a5aa448f" /><Relationship Type="http://schemas.openxmlformats.org/officeDocument/2006/relationships/notesMaster" Target="/ppt/notesMasters/notesMaster1.xml" Id="Ra166de7b3c8e42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fab39baaf64720" /><Relationship Type="http://schemas.openxmlformats.org/officeDocument/2006/relationships/notesMaster" Target="/ppt/notesMasters/notesMaster1.xml" Id="Re886789f9bca47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 captured from the deployed app at 172.16.1.36:8090 on 1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28986b93e54b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f0a752710641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5b6aab386645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59260c2db4b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f1380e082f40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07e273a11a46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AB5BC6-0561-41AA-BB10-C678FEF331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4D50B8-1BCC-4C1C-ABF2-96F3452F7B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F2F1C6D-1175-401F-BEB3-2BBC76B6B7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BE2407-E7F9-4954-862D-7D3470F22A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4636289-FACB-4E28-9145-EFB9ED24AC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0D9E673-E1F1-4460-8C03-FFB1E7578E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D0646E-64D1-4C70-B277-8496C02EAB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7003B98-FE2D-4E5E-BE2B-40EBC02FDA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04D6FA-B2C5-40A3-94BC-8352E8B303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21460C-6D61-4DB8-96F3-16E38F9AEE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9a6d86870648f8" /><Relationship Type="http://schemas.openxmlformats.org/officeDocument/2006/relationships/slideLayout" Target="/ppt/slideLayouts/slideLayout1.xml" Id="R85c3bb8b20bc42f6" /><Relationship Type="http://schemas.openxmlformats.org/officeDocument/2006/relationships/slideLayout" Target="/ppt/slideLayouts/slideLayout2.xml" Id="Rfddda797e82d47c5" /><Relationship Type="http://schemas.openxmlformats.org/officeDocument/2006/relationships/slideLayout" Target="/ppt/slideLayouts/slideLayout3.xml" Id="R1c60d16622c64e11" /><Relationship Type="http://schemas.openxmlformats.org/officeDocument/2006/relationships/slideLayout" Target="/ppt/slideLayouts/slideLayout4.xml" Id="Rfc8266b8432a4a79" /><Relationship Type="http://schemas.openxmlformats.org/officeDocument/2006/relationships/slideLayout" Target="/ppt/slideLayouts/slideLayout5.xml" Id="R2cacb075fe864f57" /><Relationship Type="http://schemas.openxmlformats.org/officeDocument/2006/relationships/slideLayout" Target="/ppt/slideLayouts/slideLayout6.xml" Id="Rf73f0d0879fd4b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c3bb8b20bc42f6"/>
    <p:sldLayoutId xmlns:r="http://schemas.openxmlformats.org/officeDocument/2006/relationships" id="2147483650" r:id="Rfddda797e82d47c5"/>
    <p:sldLayoutId xmlns:r="http://schemas.openxmlformats.org/officeDocument/2006/relationships" id="2147483651" r:id="R1c60d16622c64e11"/>
    <p:sldLayoutId xmlns:r="http://schemas.openxmlformats.org/officeDocument/2006/relationships" id="2147483652" r:id="Rfc8266b8432a4a79"/>
    <p:sldLayoutId xmlns:r="http://schemas.openxmlformats.org/officeDocument/2006/relationships" id="2147483653" r:id="R2cacb075fe864f57"/>
    <p:sldLayoutId xmlns:r="http://schemas.openxmlformats.org/officeDocument/2006/relationships" id="2147483654" r:id="Rf73f0d0879fd4b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f7252aec1a40c8" /><Relationship Type="http://schemas.openxmlformats.org/officeDocument/2006/relationships/image" Target="/ppt/media/image.png" Id="Ra6403a77ffd84fe6" /><Relationship Type="http://schemas.openxmlformats.org/officeDocument/2006/relationships/notesSlide" Target="/ppt/notesSlides/notesSlide1.xml" Id="R88e0024a7f0c4d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3dd62e3c2f49e2" /><Relationship Type="http://schemas.openxmlformats.org/officeDocument/2006/relationships/notesSlide" Target="/ppt/notesSlides/notesSlide2.xml" Id="Rc21371543bb246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f7f8b407814ba8" /><Relationship Type="http://schemas.openxmlformats.org/officeDocument/2006/relationships/image" Target="/ppt/media/image2.png" Id="R5479401c19624495" /><Relationship Type="http://schemas.openxmlformats.org/officeDocument/2006/relationships/image" Target="/ppt/media/image3.png" Id="R89d4f85096e24400" /><Relationship Type="http://schemas.openxmlformats.org/officeDocument/2006/relationships/notesSlide" Target="/ppt/notesSlides/notesSlide3.xml" Id="R40b1fd27084b4c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25cf44253e4c67" /><Relationship Type="http://schemas.openxmlformats.org/officeDocument/2006/relationships/image" Target="/ppt/media/image4.png" Id="R6f4c23bbbc1f4a31" /><Relationship Type="http://schemas.openxmlformats.org/officeDocument/2006/relationships/notesSlide" Target="/ppt/notesSlides/notesSlide4.xml" Id="R02ee02af9fe64d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b50e184c64e9f" /><Relationship Type="http://schemas.openxmlformats.org/officeDocument/2006/relationships/image" Target="/ppt/media/image5.png" Id="R89ff113681c64a80" /><Relationship Type="http://schemas.openxmlformats.org/officeDocument/2006/relationships/notesSlide" Target="/ppt/notesSlides/notesSlide5.xml" Id="R476ac77c39c942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855c997d9243c5" /><Relationship Type="http://schemas.openxmlformats.org/officeDocument/2006/relationships/image" Target="/ppt/media/image6.png" Id="R9a18f4816baa4faf" /><Relationship Type="http://schemas.openxmlformats.org/officeDocument/2006/relationships/image" Target="/ppt/media/image7.png" Id="R4ed77e1acfb14fc3" /><Relationship Type="http://schemas.openxmlformats.org/officeDocument/2006/relationships/notesSlide" Target="/ppt/notesSlides/notesSlide6.xml" Id="Rbfea5ddb684c44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bab2ff29c24143" /><Relationship Type="http://schemas.openxmlformats.org/officeDocument/2006/relationships/image" Target="/ppt/media/image8.png" Id="Rca7f567ea29c45b4" /><Relationship Type="http://schemas.openxmlformats.org/officeDocument/2006/relationships/image" Target="/ppt/media/image9.png" Id="R8c7c3bb3355345ed" /><Relationship Type="http://schemas.openxmlformats.org/officeDocument/2006/relationships/notesSlide" Target="/ppt/notesSlides/notesSlide7.xml" Id="Ra9f20553de6c49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4771a9d5484655" /><Relationship Type="http://schemas.openxmlformats.org/officeDocument/2006/relationships/image" Target="/ppt/media/image10.png" Id="Rda0fced656e44fef" /><Relationship Type="http://schemas.openxmlformats.org/officeDocument/2006/relationships/image" Target="/ppt/media/image11.png" Id="R07975911e0284c33" /><Relationship Type="http://schemas.openxmlformats.org/officeDocument/2006/relationships/notesSlide" Target="/ppt/notesSlides/notesSlide8.xml" Id="Reac5e2a8287141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ece12ee43e41b4" /><Relationship Type="http://schemas.openxmlformats.org/officeDocument/2006/relationships/image" Target="/ppt/media/image12.png" Id="R1c63ec9d8ae34a1c" /><Relationship Type="http://schemas.openxmlformats.org/officeDocument/2006/relationships/image" Target="/ppt/media/image13.png" Id="R12519713fb62486b" /><Relationship Type="http://schemas.openxmlformats.org/officeDocument/2006/relationships/notesSlide" Target="/ppt/notesSlides/notesSlide9.xml" Id="Ra306f28609784d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acda06dfbb4a1d" /><Relationship Type="http://schemas.openxmlformats.org/officeDocument/2006/relationships/image" Target="/ppt/media/image14.png" Id="R02cc7d19ef2a48f1" /><Relationship Type="http://schemas.openxmlformats.org/officeDocument/2006/relationships/notesSlide" Target="/ppt/notesSlides/notesSlide10.xml" Id="R5e0b1bfffb1d47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6d6de76334a68" /><Relationship Type="http://schemas.openxmlformats.org/officeDocument/2006/relationships/image" Target="/ppt/media/image15.png" Id="R66dc50c8d0fb4d9f" /><Relationship Type="http://schemas.openxmlformats.org/officeDocument/2006/relationships/notesSlide" Target="/ppt/notesSlides/notesSlide11.xml" Id="R5147d938db2a4d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b8e144d1ec4dc7" /><Relationship Type="http://schemas.openxmlformats.org/officeDocument/2006/relationships/image" Target="/ppt/media/image16.png" Id="Rc73b1fdf4245462b" /><Relationship Type="http://schemas.openxmlformats.org/officeDocument/2006/relationships/notesSlide" Target="/ppt/notesSlides/notesSlide12.xml" Id="Rb29d0e115d3847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3b4f04ddcb49b0" /><Relationship Type="http://schemas.openxmlformats.org/officeDocument/2006/relationships/image" Target="/ppt/media/image17.png" Id="Rcbc894ba4e444d1d" /><Relationship Type="http://schemas.openxmlformats.org/officeDocument/2006/relationships/image" Target="/ppt/media/image18.png" Id="Rb4bee47a1d9a4de2" /><Relationship Type="http://schemas.openxmlformats.org/officeDocument/2006/relationships/notesSlide" Target="/ppt/notesSlides/notesSlide13.xml" Id="R16e785486c2f41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0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88ACE-D220-4FD1-99D7-1DE02D76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46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Mshikaki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3B207-2277-497E-B76A-78849BB4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E8E2DB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E8E2D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E8E2DB"/>
                </a:solidFill>
                <a:latin typeface="Lato"/>
                <a:ea typeface="Lato"/>
                <a:cs typeface="Lato"/>
              </a:rPr>
              <a:t>We came to the meeting to play.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E8E2D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E8E2DB"/>
                </a:solidFill>
                <a:latin typeface="Lato"/>
                <a:ea typeface="Lato"/>
                <a:cs typeface="Lato"/>
              </a:rPr>
              <a:t>Somehow we left with assigned tasks.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458CB-B9A9-44F5-AB92-F86FBA4B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0">
                <a:solidFill>
                  <a:srgbClr val="B3451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B3451F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B3451F"/>
                </a:solidFill>
                <a:latin typeface="Lato"/>
                <a:ea typeface="Lato"/>
                <a:cs typeface="Lato"/>
              </a:rPr>
              <a:t>Innovations ICT · internal walkthrough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B3F56-A37E-4408-A45B-0FB6FB10F9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03a77ffd84fe6"/>
          <a:stretch xmlns:a="http://schemas.openxmlformats.org/drawingml/2006/main"/>
        </p:blipFill>
        <p:spPr>
          <a:xfrm xmlns:a="http://schemas.openxmlformats.org/drawingml/2006/main">
            <a:off x="8382000" y="575163"/>
            <a:ext cx="2857500" cy="6183923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</p:spTree>
    <p:extLst>
      <p:ext uri="{BB962C8B-B14F-4D97-AF65-F5344CB8AC3E}">
        <p14:creationId xmlns:p14="http://schemas.microsoft.com/office/powerpoint/2010/main" val="6930701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97B76-3386-4A7E-9D7E-FED6B006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The meeting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73DDC-D893-4FC7-8618-A4BF60C9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One meeting moves through eight steps. The app never asks anybody to learn the words.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7F35A-2ACC-4332-8AFE-0CC440F5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B3451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B3451F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B3451F"/>
                </a:solidFill>
                <a:latin typeface="Lato"/>
                <a:ea typeface="Lato"/>
                <a:cs typeface="Lato"/>
              </a:rPr>
              <a:t>1  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32DE4-D089-481D-B15C-D84ECF0E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A game warms the 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98DAD-4AAA-4B7A-9C43-92294E73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812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0F766E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0F766E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0F766E"/>
                </a:solidFill>
                <a:latin typeface="Lato"/>
                <a:ea typeface="Lato"/>
                <a:cs typeface="Lato"/>
              </a:rPr>
              <a:t>2  CONNECT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4378E-AFDA-4450-B0C7-0BCB537F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Everybody is in the meeting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CBDF0-8AC8-42A9-A2A4-EEBF4C73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B3451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B3451F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B3451F"/>
                </a:solidFill>
                <a:latin typeface="Lato"/>
                <a:ea typeface="Lato"/>
                <a:cs typeface="Lato"/>
              </a:rPr>
              <a:t>3  THINK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1E280-EF46-4899-BE7B-6C44B9F9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99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Ideas land in seconds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A0EB6-8992-4289-B719-842FC2AF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812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0F766E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0F766E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0F766E"/>
                </a:solidFill>
                <a:latin typeface="Lato"/>
                <a:ea typeface="Lato"/>
                <a:cs typeface="Lato"/>
              </a:rPr>
              <a:t>4  DISCUSS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1851D-CD4D-488C-96B8-8C5188C4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099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room talks it through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9DB4F-13BF-4F23-AD3B-1A2CDED2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B3451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B3451F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B3451F"/>
                </a:solidFill>
                <a:latin typeface="Lato"/>
                <a:ea typeface="Lato"/>
                <a:cs typeface="Lato"/>
              </a:rPr>
              <a:t>5  DECIDE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F2A5B-206E-436A-9DA6-F3C9E60D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agreement is written 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3A03E-B97C-4056-9316-4ABB9E20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9100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0F766E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0F766E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0F766E"/>
                </a:solidFill>
                <a:latin typeface="Lato"/>
                <a:ea typeface="Lato"/>
                <a:cs typeface="Lato"/>
              </a:rPr>
              <a:t>6  ASSIGN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2E347-8DAF-4DEB-BEF6-4C2AF339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196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One owner for each 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97194-FFA9-4211-8390-39CE0669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9100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B3451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B3451F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B3451F"/>
                </a:solidFill>
                <a:latin typeface="Lato"/>
                <a:ea typeface="Lato"/>
                <a:cs typeface="Lato"/>
              </a:rPr>
              <a:t>7  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FBD92-39E9-4BDE-BEE0-E314C0C2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96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Work moves on the 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1BF00-79F5-431A-96C8-7B4B50BF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9100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0F766E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0F766E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0F766E"/>
                </a:solidFill>
                <a:latin typeface="Lato"/>
                <a:ea typeface="Lato"/>
                <a:cs typeface="Lato"/>
              </a:rPr>
              <a:t>8  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B0158-FFD9-47DF-9821-459A72A2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196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Everything is on the trail</a:t>
            </a:r>
          </a:p>
        </p:txBody>
      </p:sp>
    </p:spTree>
    <p:extLst>
      <p:ext uri="{BB962C8B-B14F-4D97-AF65-F5344CB8AC3E}">
        <p14:creationId xmlns:p14="http://schemas.microsoft.com/office/powerpoint/2010/main" val="1898820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2497D-C510-4D21-9962-CC7BC977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Getting 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0296F-B775-4BAD-8CE0-83461AE0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Scan the code on the screen with a work email, or open the link a colleague shared. You land in the meeting.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753A7-70B7-43EC-8931-08E68BF232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9401c19624495"/>
          <a:stretch xmlns:a="http://schemas.openxmlformats.org/drawingml/2006/main"/>
        </p:blipFill>
        <p:spPr>
          <a:xfrm xmlns:a="http://schemas.openxmlformats.org/drawingml/2006/main">
            <a:off x="685800" y="2383631"/>
            <a:ext cx="5257800" cy="2957513"/>
          </a:xfrm>
          <a:prstGeom xmlns:a="http://schemas.openxmlformats.org/drawingml/2006/main" prst="roundRect">
            <a:avLst>
              <a:gd name="adj" fmla="val 3859"/>
            </a:avLst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1FCCF-5EF3-4C75-A66A-81FD7439E1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4f85096e24400"/>
          <a:stretch xmlns:a="http://schemas.openxmlformats.org/drawingml/2006/main"/>
        </p:blipFill>
        <p:spPr>
          <a:xfrm xmlns:a="http://schemas.openxmlformats.org/drawingml/2006/main">
            <a:off x="6248400" y="2383631"/>
            <a:ext cx="5257800" cy="2957513"/>
          </a:xfrm>
          <a:prstGeom xmlns:a="http://schemas.openxmlformats.org/drawingml/2006/main" prst="roundRect">
            <a:avLst>
              <a:gd name="adj" fmla="val 3859"/>
            </a:avLst>
          </a:prstGeom>
        </p:spPr>
      </p:pic>
    </p:spTree>
    <p:extLst>
      <p:ext uri="{BB962C8B-B14F-4D97-AF65-F5344CB8AC3E}">
        <p14:creationId xmlns:p14="http://schemas.microsoft.com/office/powerpoint/2010/main" val="16050107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1942C-C32A-4006-A885-A73BE10D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19861-56C2-451C-97B9-2F046242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Your next meeting, your own work and the last meeting's output, on one screen.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18BCE-B1B3-43DF-A9DE-370343F872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c23bbbc1f4a31"/>
          <a:stretch xmlns:a="http://schemas.openxmlformats.org/drawingml/2006/main"/>
        </p:blipFill>
        <p:spPr>
          <a:xfrm xmlns:a="http://schemas.openxmlformats.org/drawingml/2006/main">
            <a:off x="1811867" y="1866900"/>
            <a:ext cx="8568267" cy="4819650"/>
          </a:xfrm>
          <a:prstGeom xmlns:a="http://schemas.openxmlformats.org/drawingml/2006/main" prst="roundRect">
            <a:avLst>
              <a:gd name="adj" fmla="val 2372"/>
            </a:avLst>
          </a:prstGeom>
        </p:spPr>
      </p:pic>
    </p:spTree>
    <p:extLst>
      <p:ext uri="{BB962C8B-B14F-4D97-AF65-F5344CB8AC3E}">
        <p14:creationId xmlns:p14="http://schemas.microsoft.com/office/powerpoint/2010/main" val="8589696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F820B-BFEB-419D-B41E-9BF550E7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Running a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4E0F2-4369-4A25-B678-53B509F2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One action per screen. The facilitator taps, and every phone follows to the same stage.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C7AFB-D974-4B51-B440-E6608C0F65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f113681c64a80"/>
          <a:stretch xmlns:a="http://schemas.openxmlformats.org/drawingml/2006/main"/>
        </p:blipFill>
        <p:spPr>
          <a:xfrm xmlns:a="http://schemas.openxmlformats.org/drawingml/2006/main">
            <a:off x="1811867" y="1866900"/>
            <a:ext cx="8568267" cy="4819650"/>
          </a:xfrm>
          <a:prstGeom xmlns:a="http://schemas.openxmlformats.org/drawingml/2006/main" prst="roundRect">
            <a:avLst>
              <a:gd name="adj" fmla="val 2372"/>
            </a:avLst>
          </a:prstGeom>
        </p:spPr>
      </p:pic>
    </p:spTree>
    <p:extLst>
      <p:ext uri="{BB962C8B-B14F-4D97-AF65-F5344CB8AC3E}">
        <p14:creationId xmlns:p14="http://schemas.microsoft.com/office/powerpoint/2010/main" val="9266561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4BADA-827D-4E63-9F7A-7124E827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The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9F365-6459-4472-8E52-4F410674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same question on the shared screen and on every phone. One clock for the room, one answer each.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6F379-F08B-4DD3-87AC-889378AE69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8f4816baa4faf"/>
          <a:stretch xmlns:a="http://schemas.openxmlformats.org/drawingml/2006/main"/>
        </p:blipFill>
        <p:spPr>
          <a:xfrm xmlns:a="http://schemas.openxmlformats.org/drawingml/2006/main">
            <a:off x="3429000" y="2047875"/>
            <a:ext cx="8077200" cy="4543425"/>
          </a:xfrm>
          <a:prstGeom xmlns:a="http://schemas.openxmlformats.org/drawingml/2006/main" prst="roundRect">
            <a:avLst>
              <a:gd name="adj" fmla="val 2516"/>
            </a:avLst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FD9D6-B46B-40E5-AFFF-7EFF983950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77e1acfb14fc3"/>
          <a:stretch xmlns:a="http://schemas.openxmlformats.org/drawingml/2006/main"/>
        </p:blipFill>
        <p:spPr>
          <a:xfrm xmlns:a="http://schemas.openxmlformats.org/drawingml/2006/main">
            <a:off x="915348" y="2000250"/>
            <a:ext cx="2112654" cy="457200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</p:spTree>
    <p:extLst>
      <p:ext uri="{BB962C8B-B14F-4D97-AF65-F5344CB8AC3E}">
        <p14:creationId xmlns:p14="http://schemas.microsoft.com/office/powerpoint/2010/main" val="1434962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207E1-F7F1-44D5-B4C9-2930B2E6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The reveal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F7F68-0F92-4FD2-8C7A-3AD923F6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host reveals once and the right answers are scored together. Ten points, plus five for a quick answer.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A41DC-5CDC-4915-95DB-9FDCFC5A12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f567ea29c45b4"/>
          <a:stretch xmlns:a="http://schemas.openxmlformats.org/drawingml/2006/main"/>
        </p:blipFill>
        <p:spPr>
          <a:xfrm xmlns:a="http://schemas.openxmlformats.org/drawingml/2006/main">
            <a:off x="685800" y="2478881"/>
            <a:ext cx="5257800" cy="2957513"/>
          </a:xfrm>
          <a:prstGeom xmlns:a="http://schemas.openxmlformats.org/drawingml/2006/main" prst="roundRect">
            <a:avLst>
              <a:gd name="adj" fmla="val 3859"/>
            </a:avLst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36F80-4059-47E9-BF50-6F16EE9473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c3bb3355345ed"/>
          <a:stretch xmlns:a="http://schemas.openxmlformats.org/drawingml/2006/main"/>
        </p:blipFill>
        <p:spPr>
          <a:xfrm xmlns:a="http://schemas.openxmlformats.org/drawingml/2006/main">
            <a:off x="6248400" y="2478881"/>
            <a:ext cx="5257800" cy="2957513"/>
          </a:xfrm>
          <a:prstGeom xmlns:a="http://schemas.openxmlformats.org/drawingml/2006/main" prst="roundRect">
            <a:avLst>
              <a:gd name="adj" fmla="val 3859"/>
            </a:avLst>
          </a:prstGeom>
        </p:spPr>
      </p:pic>
    </p:spTree>
    <p:extLst>
      <p:ext uri="{BB962C8B-B14F-4D97-AF65-F5344CB8AC3E}">
        <p14:creationId xmlns:p14="http://schemas.microsoft.com/office/powerpoint/2010/main" val="902859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0C9FF-3CEB-41E0-A921-9CC34B9D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Capturing an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0925B-FEB9-4490-AB9B-E6761D08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One line, saved in seconds. You stay exactly where you were in the meeting.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61EB5-8292-4DC9-961E-CAE30CFF9F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fced656e44fef"/>
          <a:stretch xmlns:a="http://schemas.openxmlformats.org/drawingml/2006/main"/>
        </p:blipFill>
        <p:spPr>
          <a:xfrm xmlns:a="http://schemas.openxmlformats.org/drawingml/2006/main">
            <a:off x="3429000" y="2047875"/>
            <a:ext cx="8077200" cy="4543425"/>
          </a:xfrm>
          <a:prstGeom xmlns:a="http://schemas.openxmlformats.org/drawingml/2006/main" prst="roundRect">
            <a:avLst>
              <a:gd name="adj" fmla="val 2516"/>
            </a:avLst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16A79-604B-4F44-BFB2-762D672C69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75911e0284c33"/>
          <a:stretch xmlns:a="http://schemas.openxmlformats.org/drawingml/2006/main"/>
        </p:blipFill>
        <p:spPr>
          <a:xfrm xmlns:a="http://schemas.openxmlformats.org/drawingml/2006/main">
            <a:off x="915348" y="2000250"/>
            <a:ext cx="2112654" cy="457200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</p:spTree>
    <p:extLst>
      <p:ext uri="{BB962C8B-B14F-4D97-AF65-F5344CB8AC3E}">
        <p14:creationId xmlns:p14="http://schemas.microsoft.com/office/powerpoint/2010/main" val="760245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52750-B079-494F-8555-527AC307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From idea to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DE9D0-34ED-465F-B93E-AD0EDDA5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decision and the task keep the idea that started them, so nobody has to remember.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6A6BD-AF22-4110-8196-0A704AACA0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3ec9d8ae34a1c"/>
          <a:stretch xmlns:a="http://schemas.openxmlformats.org/drawingml/2006/main"/>
        </p:blipFill>
        <p:spPr>
          <a:xfrm xmlns:a="http://schemas.openxmlformats.org/drawingml/2006/main">
            <a:off x="685800" y="2478881"/>
            <a:ext cx="5257800" cy="2957513"/>
          </a:xfrm>
          <a:prstGeom xmlns:a="http://schemas.openxmlformats.org/drawingml/2006/main" prst="roundRect">
            <a:avLst>
              <a:gd name="adj" fmla="val 3859"/>
            </a:avLst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EF582-C660-4AA0-B0BB-761D0E8173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19713fb62486b"/>
          <a:stretch xmlns:a="http://schemas.openxmlformats.org/drawingml/2006/main"/>
        </p:blipFill>
        <p:spPr>
          <a:xfrm xmlns:a="http://schemas.openxmlformats.org/drawingml/2006/main">
            <a:off x="6248400" y="2478881"/>
            <a:ext cx="5257800" cy="2957513"/>
          </a:xfrm>
          <a:prstGeom xmlns:a="http://schemas.openxmlformats.org/drawingml/2006/main" prst="roundRect">
            <a:avLst>
              <a:gd name="adj" fmla="val 3859"/>
            </a:avLst>
          </a:prstGeom>
        </p:spPr>
      </p:pic>
    </p:spTree>
    <p:extLst>
      <p:ext uri="{BB962C8B-B14F-4D97-AF65-F5344CB8AC3E}">
        <p14:creationId xmlns:p14="http://schemas.microsoft.com/office/powerpoint/2010/main" val="18468530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10CFC-387E-497B-8FD2-3D2936B8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F0082-1695-4D8D-92D7-E12342DB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Backlog, in progress, blocked and done. One owner for each task.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96429-47F3-4A9E-BFEE-B2CCAA74AD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c7d19ef2a48f1"/>
          <a:stretch xmlns:a="http://schemas.openxmlformats.org/drawingml/2006/main"/>
        </p:blipFill>
        <p:spPr>
          <a:xfrm xmlns:a="http://schemas.openxmlformats.org/drawingml/2006/main">
            <a:off x="1811867" y="1866900"/>
            <a:ext cx="8568267" cy="4819650"/>
          </a:xfrm>
          <a:prstGeom xmlns:a="http://schemas.openxmlformats.org/drawingml/2006/main" prst="roundRect">
            <a:avLst>
              <a:gd name="adj" fmla="val 2372"/>
            </a:avLst>
          </a:prstGeom>
        </p:spPr>
      </p:pic>
    </p:spTree>
    <p:extLst>
      <p:ext uri="{BB962C8B-B14F-4D97-AF65-F5344CB8AC3E}">
        <p14:creationId xmlns:p14="http://schemas.microsoft.com/office/powerpoint/2010/main" val="1330047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9F417-2BF2-451F-87B3-AF87C14A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The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3A43A-4F77-4ED8-B9F9-EBBF2985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Every change is written down with who, what and when. Nobody writes minutes.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B9B0F-E600-4546-B5E7-0A8ED4E157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c50c8d0fb4d9f"/>
          <a:stretch xmlns:a="http://schemas.openxmlformats.org/drawingml/2006/main"/>
        </p:blipFill>
        <p:spPr>
          <a:xfrm xmlns:a="http://schemas.openxmlformats.org/drawingml/2006/main">
            <a:off x="1811867" y="1866900"/>
            <a:ext cx="8568267" cy="4819650"/>
          </a:xfrm>
          <a:prstGeom xmlns:a="http://schemas.openxmlformats.org/drawingml/2006/main" prst="roundRect">
            <a:avLst>
              <a:gd name="adj" fmla="val 2372"/>
            </a:avLst>
          </a:prstGeom>
        </p:spPr>
      </p:pic>
    </p:spTree>
    <p:extLst>
      <p:ext uri="{BB962C8B-B14F-4D97-AF65-F5344CB8AC3E}">
        <p14:creationId xmlns:p14="http://schemas.microsoft.com/office/powerpoint/2010/main" val="12914632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D493E-A35B-42D7-A08A-DB89906C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Bragging rights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8958E-AE1D-4922-A7F0-729805FC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XP for playing, proposing and finishing work. It is for fun, never a performance measure.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35CF0-1E76-4039-9AE1-39D44BAB50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b1fdf4245462b"/>
          <a:stretch xmlns:a="http://schemas.openxmlformats.org/drawingml/2006/main"/>
        </p:blipFill>
        <p:spPr>
          <a:xfrm xmlns:a="http://schemas.openxmlformats.org/drawingml/2006/main">
            <a:off x="1811867" y="1866900"/>
            <a:ext cx="8568267" cy="4819650"/>
          </a:xfrm>
          <a:prstGeom xmlns:a="http://schemas.openxmlformats.org/drawingml/2006/main" prst="roundRect">
            <a:avLst>
              <a:gd name="adj" fmla="val 2372"/>
            </a:avLst>
          </a:prstGeom>
        </p:spPr>
      </p:pic>
    </p:spTree>
    <p:extLst>
      <p:ext uri="{BB962C8B-B14F-4D97-AF65-F5344CB8AC3E}">
        <p14:creationId xmlns:p14="http://schemas.microsoft.com/office/powerpoint/2010/main" val="5364832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33C98-76F4-4831-BD3A-B9A9370B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2100F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2100F"/>
                </a:solidFill>
                <a:latin typeface="Lato"/>
                <a:ea typeface="Lato"/>
                <a:cs typeface="Lato"/>
              </a:rPr>
              <a:t>That's a wrap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0C54C-1B92-4EA2-A401-C3891572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B6762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B6762"/>
                </a:solidFill>
                <a:latin typeface="Lato"/>
                <a:ea typeface="Lato"/>
                <a:cs typeface="Lato"/>
              </a:rPr>
              <a:t>The meeting closes, the summary writes itself, and everybody goes back to normal Mshikaki. Open the app, press Let's play, and let the room scan the code.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0B0DA-86B3-4C6B-92E6-BDA93E5AD2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894ba4e444d1d"/>
          <a:stretch xmlns:a="http://schemas.openxmlformats.org/drawingml/2006/main"/>
        </p:blipFill>
        <p:spPr>
          <a:xfrm xmlns:a="http://schemas.openxmlformats.org/drawingml/2006/main">
            <a:off x="1048698" y="2000250"/>
            <a:ext cx="2112654" cy="457200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F42C5-7A83-4069-8A7A-FC94C64D37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ee47a1d9a4de2"/>
          <a:stretch xmlns:a="http://schemas.openxmlformats.org/drawingml/2006/main"/>
        </p:blipFill>
        <p:spPr>
          <a:xfrm xmlns:a="http://schemas.openxmlformats.org/drawingml/2006/main">
            <a:off x="3810000" y="2287191"/>
            <a:ext cx="7734300" cy="4350544"/>
          </a:xfrm>
          <a:prstGeom xmlns:a="http://schemas.openxmlformats.org/drawingml/2006/main" prst="roundRect">
            <a:avLst>
              <a:gd name="adj" fmla="val 2626"/>
            </a:avLst>
          </a:prstGeom>
        </p:spPr>
      </p:pic>
    </p:spTree>
    <p:extLst>
      <p:ext uri="{BB962C8B-B14F-4D97-AF65-F5344CB8AC3E}">
        <p14:creationId xmlns:p14="http://schemas.microsoft.com/office/powerpoint/2010/main" val="927093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2026-10-01T09:59:47.3770000Z</dcterms:created>
  <dcterms:modified xsi:type="dcterms:W3CDTF">2026-10-01T09:59:47.3770000Z</dcterms:modified>
</coreProperties>
</file>