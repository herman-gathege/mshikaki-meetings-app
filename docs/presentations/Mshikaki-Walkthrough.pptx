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94bc26d6db4426" /><Relationship Type="http://schemas.openxmlformats.org/officeDocument/2006/relationships/extended-properties" Target="/docProps/app.xml" Id="R7a1fe5d7dc364a2d" /><Relationship Type="http://schemas.openxmlformats.org/officeDocument/2006/relationships/officeDocument" Target="/ppt/presentation.xml" Id="Rd637795250a34c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f1d39efc634394"/>
  </p:sldMasterIdLst>
  <p:notesMasterIdLst>
    <p:notesMasterId xmlns:r="http://schemas.openxmlformats.org/officeDocument/2006/relationships" r:id="Ra9204c0296fb428e"/>
  </p:notesMasterIdLst>
  <p:sldIdLst>
    <p:sldId xmlns:r="http://schemas.openxmlformats.org/officeDocument/2006/relationships" id="256" r:id="R4a8d23a8b28d4f08"/>
    <p:sldId xmlns:r="http://schemas.openxmlformats.org/officeDocument/2006/relationships" id="257" r:id="R13b0e5d55f844cc3"/>
    <p:sldId xmlns:r="http://schemas.openxmlformats.org/officeDocument/2006/relationships" id="258" r:id="Rdee4da3d7d95467f"/>
    <p:sldId xmlns:r="http://schemas.openxmlformats.org/officeDocument/2006/relationships" id="259" r:id="Ra8709e21a8cf47e2"/>
    <p:sldId xmlns:r="http://schemas.openxmlformats.org/officeDocument/2006/relationships" id="260" r:id="R60c473d6415f4cd2"/>
    <p:sldId xmlns:r="http://schemas.openxmlformats.org/officeDocument/2006/relationships" id="261" r:id="Rfb0b9f10f22c43a6"/>
    <p:sldId xmlns:r="http://schemas.openxmlformats.org/officeDocument/2006/relationships" id="262" r:id="R389924ffbde849fc"/>
    <p:sldId xmlns:r="http://schemas.openxmlformats.org/officeDocument/2006/relationships" id="263" r:id="Rfa8e0455d4fa4470"/>
    <p:sldId xmlns:r="http://schemas.openxmlformats.org/officeDocument/2006/relationships" id="264" r:id="Rcfdaa59cf0ed4efb"/>
    <p:sldId xmlns:r="http://schemas.openxmlformats.org/officeDocument/2006/relationships" id="265" r:id="R1cd5bb64cd4843b8"/>
    <p:sldId xmlns:r="http://schemas.openxmlformats.org/officeDocument/2006/relationships" id="266" r:id="R51535193295e4638"/>
    <p:sldId xmlns:r="http://schemas.openxmlformats.org/officeDocument/2006/relationships" id="267" r:id="Raa86770aa4d14566"/>
    <p:sldId xmlns:r="http://schemas.openxmlformats.org/officeDocument/2006/relationships" id="268" r:id="Rf25c96cc5ca341ac"/>
    <p:sldId xmlns:r="http://schemas.openxmlformats.org/officeDocument/2006/relationships" id="269" r:id="Rc670c5968fea43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df39d429cb4646" /><Relationship Type="http://schemas.openxmlformats.org/officeDocument/2006/relationships/slideMaster" Target="/ppt/slideMasters/slideMaster1.xml" Id="R4ef1d39efc634394" /><Relationship Type="http://schemas.openxmlformats.org/officeDocument/2006/relationships/notesMaster" Target="/ppt/notesMasters/notesMaster1.xml" Id="Ra9204c0296fb428e" /><Relationship Type="http://schemas.openxmlformats.org/officeDocument/2006/relationships/presProps" Target="/ppt/presProps.xml" Id="R6bf2e2ec676641c9" /><Relationship Type="http://schemas.openxmlformats.org/officeDocument/2006/relationships/tableStyles" Target="/ppt/tableStyles.xml" Id="R4da5098a06c14fad" /><Relationship Type="http://schemas.openxmlformats.org/officeDocument/2006/relationships/slide" Target="/ppt/slides/slide1.xml" Id="R4a8d23a8b28d4f08" /><Relationship Type="http://schemas.openxmlformats.org/officeDocument/2006/relationships/slide" Target="/ppt/slides/slide2.xml" Id="R13b0e5d55f844cc3" /><Relationship Type="http://schemas.openxmlformats.org/officeDocument/2006/relationships/slide" Target="/ppt/slides/slide3.xml" Id="Rdee4da3d7d95467f" /><Relationship Type="http://schemas.openxmlformats.org/officeDocument/2006/relationships/slide" Target="/ppt/slides/slide4.xml" Id="Ra8709e21a8cf47e2" /><Relationship Type="http://schemas.openxmlformats.org/officeDocument/2006/relationships/slide" Target="/ppt/slides/slide5.xml" Id="R60c473d6415f4cd2" /><Relationship Type="http://schemas.openxmlformats.org/officeDocument/2006/relationships/slide" Target="/ppt/slides/slide6.xml" Id="Rfb0b9f10f22c43a6" /><Relationship Type="http://schemas.openxmlformats.org/officeDocument/2006/relationships/slide" Target="/ppt/slides/slide7.xml" Id="R389924ffbde849fc" /><Relationship Type="http://schemas.openxmlformats.org/officeDocument/2006/relationships/slide" Target="/ppt/slides/slide8.xml" Id="Rfa8e0455d4fa4470" /><Relationship Type="http://schemas.openxmlformats.org/officeDocument/2006/relationships/slide" Target="/ppt/slides/slide9.xml" Id="Rcfdaa59cf0ed4efb" /><Relationship Type="http://schemas.openxmlformats.org/officeDocument/2006/relationships/slide" Target="/ppt/slides/slide10.xml" Id="R1cd5bb64cd4843b8" /><Relationship Type="http://schemas.openxmlformats.org/officeDocument/2006/relationships/slide" Target="/ppt/slides/slide11.xml" Id="R51535193295e4638" /><Relationship Type="http://schemas.openxmlformats.org/officeDocument/2006/relationships/slide" Target="/ppt/slides/slide12.xml" Id="Raa86770aa4d14566" /><Relationship Type="http://schemas.openxmlformats.org/officeDocument/2006/relationships/slide" Target="/ppt/slides/slide13.xml" Id="Rf25c96cc5ca341ac" /><Relationship Type="http://schemas.openxmlformats.org/officeDocument/2006/relationships/slide" Target="/ppt/slides/slide14.xml" Id="Rc670c5968fea43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f05740d26c49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01857f3fb74176" /><Relationship Type="http://schemas.openxmlformats.org/officeDocument/2006/relationships/notesMaster" Target="/ppt/notesMasters/notesMaster1.xml" Id="R6553ad85951645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6db5ff591b479c" /><Relationship Type="http://schemas.openxmlformats.org/officeDocument/2006/relationships/notesMaster" Target="/ppt/notesMasters/notesMaster1.xml" Id="R50007afd77c942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961cc6d45a4ff5" /><Relationship Type="http://schemas.openxmlformats.org/officeDocument/2006/relationships/notesMaster" Target="/ppt/notesMasters/notesMaster1.xml" Id="Re41b90dfddb84b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d4d64ae30c49b0" /><Relationship Type="http://schemas.openxmlformats.org/officeDocument/2006/relationships/notesMaster" Target="/ppt/notesMasters/notesMaster1.xml" Id="R64e2aa3179ff462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a62811901245aa" /><Relationship Type="http://schemas.openxmlformats.org/officeDocument/2006/relationships/notesMaster" Target="/ppt/notesMasters/notesMaster1.xml" Id="Rfa765321aeb84d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c1e984ba904346" /><Relationship Type="http://schemas.openxmlformats.org/officeDocument/2006/relationships/notesMaster" Target="/ppt/notesMasters/notesMaster1.xml" Id="R17c8f29f6f9c4da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31570af33c4940" /><Relationship Type="http://schemas.openxmlformats.org/officeDocument/2006/relationships/notesMaster" Target="/ppt/notesMasters/notesMaster1.xml" Id="Rb15b3db6109a463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412e4f044b4e91" /><Relationship Type="http://schemas.openxmlformats.org/officeDocument/2006/relationships/notesMaster" Target="/ppt/notesMasters/notesMaster1.xml" Id="R4400d0d65cbd47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419bf02b31343e2" /><Relationship Type="http://schemas.openxmlformats.org/officeDocument/2006/relationships/notesMaster" Target="/ppt/notesMasters/notesMaster1.xml" Id="R5e5c0df773584a9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0f7c55178f94e1f" /><Relationship Type="http://schemas.openxmlformats.org/officeDocument/2006/relationships/notesMaster" Target="/ppt/notesMasters/notesMaster1.xml" Id="R880fba504d964a9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c15c695de84792" /><Relationship Type="http://schemas.openxmlformats.org/officeDocument/2006/relationships/notesMaster" Target="/ppt/notesMasters/notesMaster1.xml" Id="R024f930a2d91481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9621609cc7b4c49" /><Relationship Type="http://schemas.openxmlformats.org/officeDocument/2006/relationships/notesMaster" Target="/ppt/notesMasters/notesMaster1.xml" Id="Rd325b3e237cb45b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addba96fbbe4321" /><Relationship Type="http://schemas.openxmlformats.org/officeDocument/2006/relationships/notesMaster" Target="/ppt/notesMasters/notesMaster1.xml" Id="R9b4c028e32794df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0c8fce633544fc2" /><Relationship Type="http://schemas.openxmlformats.org/officeDocument/2006/relationships/notesMaster" Target="/ppt/notesMasters/notesMaster1.xml" Id="R152b9f06597748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d44d5087f24e8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eb7d425f34486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3b513ec592433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71a5b5545410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acf2a8104c4f1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e4395d94e04b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814B668-2AD6-4FF5-AF0C-58318ADE4E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1038E98-3029-4982-B5C5-335D961F0F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15BD037-B777-478D-8A6E-B859146CC7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25BD0E3-CA72-495C-8ED1-1B063F2AF0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7E0DA1E-EF16-49D1-98B6-731928822B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A719670-E652-4A67-8C76-1FAAF856F4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5281F6E-59EF-4F2A-A571-9E82DA2111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A4D5E32-3C87-4C14-9819-DAB70EB363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840D317-9D4A-42A1-A955-EEE209800B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78CF4BD-B537-446A-8023-A9EC656610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b25b3816944f12" /><Relationship Type="http://schemas.openxmlformats.org/officeDocument/2006/relationships/slideLayout" Target="/ppt/slideLayouts/slideLayout1.xml" Id="Rf053b37ab289467c" /><Relationship Type="http://schemas.openxmlformats.org/officeDocument/2006/relationships/slideLayout" Target="/ppt/slideLayouts/slideLayout2.xml" Id="Rde40b1078edc4e38" /><Relationship Type="http://schemas.openxmlformats.org/officeDocument/2006/relationships/slideLayout" Target="/ppt/slideLayouts/slideLayout3.xml" Id="R226a812eb7bc41e2" /><Relationship Type="http://schemas.openxmlformats.org/officeDocument/2006/relationships/slideLayout" Target="/ppt/slideLayouts/slideLayout4.xml" Id="R614f60d2565d41bd" /><Relationship Type="http://schemas.openxmlformats.org/officeDocument/2006/relationships/slideLayout" Target="/ppt/slideLayouts/slideLayout5.xml" Id="R6e558229c16d4e11" /><Relationship Type="http://schemas.openxmlformats.org/officeDocument/2006/relationships/slideLayout" Target="/ppt/slideLayouts/slideLayout6.xml" Id="R303016b930b748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053b37ab289467c"/>
    <p:sldLayoutId xmlns:r="http://schemas.openxmlformats.org/officeDocument/2006/relationships" id="2147483650" r:id="Rde40b1078edc4e38"/>
    <p:sldLayoutId xmlns:r="http://schemas.openxmlformats.org/officeDocument/2006/relationships" id="2147483651" r:id="R226a812eb7bc41e2"/>
    <p:sldLayoutId xmlns:r="http://schemas.openxmlformats.org/officeDocument/2006/relationships" id="2147483652" r:id="R614f60d2565d41bd"/>
    <p:sldLayoutId xmlns:r="http://schemas.openxmlformats.org/officeDocument/2006/relationships" id="2147483653" r:id="R6e558229c16d4e11"/>
    <p:sldLayoutId xmlns:r="http://schemas.openxmlformats.org/officeDocument/2006/relationships" id="2147483654" r:id="R303016b930b748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c308b5816c4b95" /><Relationship Type="http://schemas.openxmlformats.org/officeDocument/2006/relationships/image" Target="/ppt/media/image.png" Id="Rd705f1337c7242fa" /><Relationship Type="http://schemas.openxmlformats.org/officeDocument/2006/relationships/image" Target="/ppt/media/image2.png" Id="Rc23c093bd2184f6c" /><Relationship Type="http://schemas.openxmlformats.org/officeDocument/2006/relationships/notesSlide" Target="/ppt/notesSlides/notesSlide1.xml" Id="R61d95dfb38be40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aa0a81aa334529" /><Relationship Type="http://schemas.openxmlformats.org/officeDocument/2006/relationships/notesSlide" Target="/ppt/notesSlides/notesSlide2.xml" Id="Rf72ddb55f91e4f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bd44eb28d548ef" /><Relationship Type="http://schemas.openxmlformats.org/officeDocument/2006/relationships/image" Target="/ppt/media/image3.png" Id="R6c0fd00435bf4796" /><Relationship Type="http://schemas.openxmlformats.org/officeDocument/2006/relationships/image" Target="/ppt/media/image4.png" Id="Rfa98f22cfb344cbd" /><Relationship Type="http://schemas.openxmlformats.org/officeDocument/2006/relationships/notesSlide" Target="/ppt/notesSlides/notesSlide3.xml" Id="R8f74a73c6af040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8b28f729654b05" /><Relationship Type="http://schemas.openxmlformats.org/officeDocument/2006/relationships/image" Target="/ppt/media/image5.png" Id="R71e8d478bff1401f" /><Relationship Type="http://schemas.openxmlformats.org/officeDocument/2006/relationships/notesSlide" Target="/ppt/notesSlides/notesSlide4.xml" Id="Rb5bfcc0452a64b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bf07f66a8d4dc9" /><Relationship Type="http://schemas.openxmlformats.org/officeDocument/2006/relationships/image" Target="/ppt/media/image6.png" Id="Rd1f748ee13cd4bac" /><Relationship Type="http://schemas.openxmlformats.org/officeDocument/2006/relationships/image" Target="/ppt/media/image7.png" Id="Rf40aee961bcf4adb" /><Relationship Type="http://schemas.openxmlformats.org/officeDocument/2006/relationships/notesSlide" Target="/ppt/notesSlides/notesSlide5.xml" Id="Re329da2fa6bb46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965276eafc43d8" /><Relationship Type="http://schemas.openxmlformats.org/officeDocument/2006/relationships/image" Target="/ppt/media/image8.png" Id="R98b2480ed1284586" /><Relationship Type="http://schemas.openxmlformats.org/officeDocument/2006/relationships/image" Target="/ppt/media/image9.png" Id="R757330606c0f41a0" /><Relationship Type="http://schemas.openxmlformats.org/officeDocument/2006/relationships/notesSlide" Target="/ppt/notesSlides/notesSlide6.xml" Id="Rbf1ca369d25c4c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84a48344794d61" /><Relationship Type="http://schemas.openxmlformats.org/officeDocument/2006/relationships/image" Target="/ppt/media/image10.png" Id="R5267305ab2e44bb8" /><Relationship Type="http://schemas.openxmlformats.org/officeDocument/2006/relationships/notesSlide" Target="/ppt/notesSlides/notesSlide7.xml" Id="R08b507954cff4c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2f7f41d4a443a7" /><Relationship Type="http://schemas.openxmlformats.org/officeDocument/2006/relationships/image" Target="/ppt/media/image11.png" Id="Ra1c5407a65a3431e" /><Relationship Type="http://schemas.openxmlformats.org/officeDocument/2006/relationships/image" Target="/ppt/media/image12.png" Id="R969237c48ceb4543" /><Relationship Type="http://schemas.openxmlformats.org/officeDocument/2006/relationships/notesSlide" Target="/ppt/notesSlides/notesSlide8.xml" Id="Rbce9364ea04c492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be4192d05c4b50" /><Relationship Type="http://schemas.openxmlformats.org/officeDocument/2006/relationships/image" Target="/ppt/media/image13.png" Id="Ra667d2a127494a5b" /><Relationship Type="http://schemas.openxmlformats.org/officeDocument/2006/relationships/image" Target="/ppt/media/image14.png" Id="R7b8afa135b56406c" /><Relationship Type="http://schemas.openxmlformats.org/officeDocument/2006/relationships/notesSlide" Target="/ppt/notesSlides/notesSlide9.xml" Id="R11d24efbc2ec4b4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8277c1bea549cd" /><Relationship Type="http://schemas.openxmlformats.org/officeDocument/2006/relationships/image" Target="/ppt/media/image15.png" Id="R8f6e2872a9eb4fac" /><Relationship Type="http://schemas.openxmlformats.org/officeDocument/2006/relationships/notesSlide" Target="/ppt/notesSlides/notesSlide10.xml" Id="Rf66967f91ca44e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47b20e54614775" /><Relationship Type="http://schemas.openxmlformats.org/officeDocument/2006/relationships/image" Target="/ppt/media/image16.png" Id="Rc0cd18d50a794ae1" /><Relationship Type="http://schemas.openxmlformats.org/officeDocument/2006/relationships/notesSlide" Target="/ppt/notesSlides/notesSlide11.xml" Id="Rfd27a2c7a8764a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2cdf9527274beb" /><Relationship Type="http://schemas.openxmlformats.org/officeDocument/2006/relationships/image" Target="/ppt/media/image17.png" Id="Rf4602ae581584133" /><Relationship Type="http://schemas.openxmlformats.org/officeDocument/2006/relationships/notesSlide" Target="/ppt/notesSlides/notesSlide12.xml" Id="Rb34efc63a4674fa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2709e0fd774a51" /><Relationship Type="http://schemas.openxmlformats.org/officeDocument/2006/relationships/image" Target="/ppt/media/image18.png" Id="R5b6184fc6da445f5" /><Relationship Type="http://schemas.openxmlformats.org/officeDocument/2006/relationships/image" Target="/ppt/media/image19.png" Id="Rba8a72c8258f4b82" /><Relationship Type="http://schemas.openxmlformats.org/officeDocument/2006/relationships/notesSlide" Target="/ppt/notesSlides/notesSlide13.xml" Id="R79e3ea6493854ac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918966e1ce41e8" /><Relationship Type="http://schemas.openxmlformats.org/officeDocument/2006/relationships/image" Target="/ppt/media/image20.png" Id="R795452ef04ad4d6e" /><Relationship Type="http://schemas.openxmlformats.org/officeDocument/2006/relationships/notesSlide" Target="/ppt/notesSlides/notesSlide14.xml" Id="R9257c98ea2da43d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0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E63CF5-D667-4EF4-9862-7161221533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05f1337c7242fa"/>
          <a:stretch xmlns:a="http://schemas.openxmlformats.org/drawingml/2006/main"/>
        </p:blipFill>
        <p:spPr>
          <a:xfrm xmlns:a="http://schemas.openxmlformats.org/drawingml/2006/main">
            <a:off x="685800" y="914400"/>
            <a:ext cx="914400" cy="914400"/>
          </a:xfrm>
          <a:prstGeom xmlns:a="http://schemas.openxmlformats.org/drawingml/2006/main" prst="roundRect">
            <a:avLst>
              <a:gd name="adj" fmla="val 16667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B9C91B-B5A6-45A9-B59D-CC9F8196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45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450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450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Mshikaki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5AAB0E-1274-48D2-A1F6-20F82FBC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725" b="0">
                <a:solidFill>
                  <a:srgbClr val="E8E2DB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E8E2DB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E8E2DB"/>
                </a:solidFill>
                <a:latin typeface="Lato"/>
                <a:ea typeface="Lato"/>
                <a:cs typeface="Lato"/>
              </a:rPr>
              <a:t>We came to the meeting to play.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725" b="0">
                <a:solidFill>
                  <a:srgbClr val="E8E2DB"/>
                </a:solidFill>
                <a:latin typeface="Lato"/>
                <a:ea typeface="Lato"/>
                <a:cs typeface="Lato"/>
              </a:defRPr>
            </a:pPr>
            <a:r>
              <a:rPr sz="1725" b="0">
                <a:solidFill>
                  <a:srgbClr val="E8E2DB"/>
                </a:solidFill>
                <a:latin typeface="Lato"/>
                <a:ea typeface="Lato"/>
                <a:cs typeface="Lato"/>
              </a:rPr>
              <a:t>Somehow we left with assigned tasks.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FA27CA-2002-428E-9114-CDDBF171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75" b="0">
                <a:solidFill>
                  <a:srgbClr val="B3451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75" b="0">
                <a:solidFill>
                  <a:srgbClr val="B3451F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B3451F"/>
                </a:solidFill>
                <a:latin typeface="Lato"/>
                <a:ea typeface="Lato"/>
                <a:cs typeface="Lato"/>
              </a:rPr>
              <a:t>Innovations ICT · how the app works today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EE7094-BD35-4124-B1D4-2389A86DA7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c093bd2184f6c"/>
          <a:stretch xmlns:a="http://schemas.openxmlformats.org/drawingml/2006/main"/>
        </p:blipFill>
        <p:spPr>
          <a:xfrm xmlns:a="http://schemas.openxmlformats.org/drawingml/2006/main">
            <a:off x="5715000" y="1763316"/>
            <a:ext cx="5905500" cy="3321844"/>
          </a:xfrm>
          <a:prstGeom xmlns:a="http://schemas.openxmlformats.org/drawingml/2006/main" prst="roundRect">
            <a:avLst>
              <a:gd name="adj" fmla="val 4585"/>
            </a:avLst>
          </a:prstGeom>
        </p:spPr>
      </p:pic>
    </p:spTree>
    <p:extLst>
      <p:ext uri="{BB962C8B-B14F-4D97-AF65-F5344CB8AC3E}">
        <p14:creationId xmlns:p14="http://schemas.microsoft.com/office/powerpoint/2010/main" val="9056409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C2F319-A578-43C6-8F5E-32150C79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The meeting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2BC96-8D43-487E-B477-525D8DF9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One meeting, from the first hello to the record it leaves behind.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84817F-BCA9-4E03-B51C-1069D2A4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476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8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1">
                <a:solidFill>
                  <a:srgbClr val="B3451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3451F"/>
                </a:solidFill>
                <a:latin typeface="Lato"/>
                <a:ea typeface="Lato"/>
                <a:cs typeface="Lato"/>
              </a:defRPr>
            </a:pPr>
            <a:r>
              <a:rPr sz="1425" b="1">
                <a:solidFill>
                  <a:srgbClr val="B3451F"/>
                </a:solidFill>
                <a:latin typeface="Lato"/>
                <a:ea typeface="Lato"/>
                <a:cs typeface="Lato"/>
              </a:rPr>
              <a:t>1  JOIN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BE1F7-98C0-4BFF-B77F-FF584715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Scan the code, or open the link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D60153-C70A-4F36-8443-BBD95980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190750"/>
            <a:ext cx="2476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8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1">
                <a:solidFill>
                  <a:srgbClr val="0F766E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0F766E"/>
                </a:solidFill>
                <a:latin typeface="Lato"/>
                <a:ea typeface="Lato"/>
                <a:cs typeface="Lato"/>
              </a:defRPr>
            </a:pPr>
            <a:r>
              <a:rPr sz="1425" b="1">
                <a:solidFill>
                  <a:srgbClr val="0F766E"/>
                </a:solidFill>
                <a:latin typeface="Lato"/>
                <a:ea typeface="Lato"/>
                <a:cs typeface="Lato"/>
              </a:rPr>
              <a:t>2  PLAY OR START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991A0D-B1D2-482E-9D60-5516F45C8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7813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A game, or straight to business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09FB96-1C19-4F49-9D66-9FD91629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90750"/>
            <a:ext cx="2476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8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1">
                <a:solidFill>
                  <a:srgbClr val="B3451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3451F"/>
                </a:solidFill>
                <a:latin typeface="Lato"/>
                <a:ea typeface="Lato"/>
                <a:cs typeface="Lato"/>
              </a:defRPr>
            </a:pPr>
            <a:r>
              <a:rPr sz="1425" b="1">
                <a:solidFill>
                  <a:srgbClr val="B3451F"/>
                </a:solidFill>
                <a:latin typeface="Lato"/>
                <a:ea typeface="Lato"/>
                <a:cs typeface="Lato"/>
              </a:rPr>
              <a:t>3  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1C012-CA72-42B7-A27B-01AA0910B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One item at a 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79CA19-A6BD-4BC9-8A62-377B891C7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90750"/>
            <a:ext cx="2476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8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1">
                <a:solidFill>
                  <a:srgbClr val="0F766E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0F766E"/>
                </a:solidFill>
                <a:latin typeface="Lato"/>
                <a:ea typeface="Lato"/>
                <a:cs typeface="Lato"/>
              </a:defRPr>
            </a:pPr>
            <a:r>
              <a:rPr sz="1425" b="1">
                <a:solidFill>
                  <a:srgbClr val="0F766E"/>
                </a:solidFill>
                <a:latin typeface="Lato"/>
                <a:ea typeface="Lato"/>
                <a:cs typeface="Lato"/>
              </a:rPr>
              <a:t>4  DISCUSS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1DDF8D-5695-4B76-B3D5-A0D0063B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78130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The item is the context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2734EA-D037-4A65-9667-80A8B89B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2476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8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1">
                <a:solidFill>
                  <a:srgbClr val="B3451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3451F"/>
                </a:solidFill>
                <a:latin typeface="Lato"/>
                <a:ea typeface="Lato"/>
                <a:cs typeface="Lato"/>
              </a:defRPr>
            </a:pPr>
            <a:r>
              <a:rPr sz="1425" b="1">
                <a:solidFill>
                  <a:srgbClr val="B3451F"/>
                </a:solidFill>
                <a:latin typeface="Lato"/>
                <a:ea typeface="Lato"/>
                <a:cs typeface="Lato"/>
              </a:rPr>
              <a:t>5  DECIDE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CA794F-23B4-4309-8573-CDE0EB8C4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One sentence, recorded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E9DC7B-7A45-4E26-924A-31EE8774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000500"/>
            <a:ext cx="2476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8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1">
                <a:solidFill>
                  <a:srgbClr val="0F766E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0F766E"/>
                </a:solidFill>
                <a:latin typeface="Lato"/>
                <a:ea typeface="Lato"/>
                <a:cs typeface="Lato"/>
              </a:defRPr>
            </a:pPr>
            <a:r>
              <a:rPr sz="1425" b="1">
                <a:solidFill>
                  <a:srgbClr val="0F766E"/>
                </a:solidFill>
                <a:latin typeface="Lato"/>
                <a:ea typeface="Lato"/>
                <a:cs typeface="Lato"/>
              </a:rPr>
              <a:t>6  ACT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5A35A2-F542-4D0A-B9F3-40DB1C7E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5910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One owner for what matters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81E487-C627-4ED6-9681-8290851F3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00500"/>
            <a:ext cx="2476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8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1">
                <a:solidFill>
                  <a:srgbClr val="B3451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3451F"/>
                </a:solidFill>
                <a:latin typeface="Lato"/>
                <a:ea typeface="Lato"/>
                <a:cs typeface="Lato"/>
              </a:defRPr>
            </a:pPr>
            <a:r>
              <a:rPr sz="1425" b="1">
                <a:solidFill>
                  <a:srgbClr val="B3451F"/>
                </a:solidFill>
                <a:latin typeface="Lato"/>
                <a:ea typeface="Lato"/>
                <a:cs typeface="Lato"/>
              </a:rPr>
              <a:t>7  WRAP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6398D2-C95C-4583-9CA9-B68FE16A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910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The meeting closes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4E646F-6F2B-4A8A-A309-4A3A7CEAA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000500"/>
            <a:ext cx="2476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3DED8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1">
                <a:solidFill>
                  <a:srgbClr val="0F766E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0F766E"/>
                </a:solidFill>
                <a:latin typeface="Lato"/>
                <a:ea typeface="Lato"/>
                <a:cs typeface="Lato"/>
              </a:defRPr>
            </a:pPr>
            <a:r>
              <a:rPr sz="1425" b="1">
                <a:solidFill>
                  <a:srgbClr val="0F766E"/>
                </a:solidFill>
                <a:latin typeface="Lato"/>
                <a:ea typeface="Lato"/>
                <a:cs typeface="Lato"/>
              </a:rPr>
              <a:t>8  MINUTES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4C68CB-F4B7-4BF5-8A28-BD21809D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5910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20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HTML, text and PDF</a:t>
            </a:r>
          </a:p>
        </p:txBody>
      </p:sp>
    </p:spTree>
    <p:extLst>
      <p:ext uri="{BB962C8B-B14F-4D97-AF65-F5344CB8AC3E}">
        <p14:creationId xmlns:p14="http://schemas.microsoft.com/office/powerpoint/2010/main" val="16536678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855AA5-A65C-4D4F-96A0-69953843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Getting 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51794-853C-4A9C-8D0D-D8F7CFB0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Scan the code on the screen with a work email, or open the link a colleague shared. Latecomers land on the item the room is on.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029C11-C7AB-4435-86EA-23A034289C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0fd00435bf4796"/>
          <a:stretch xmlns:a="http://schemas.openxmlformats.org/drawingml/2006/main"/>
        </p:blipFill>
        <p:spPr>
          <a:xfrm xmlns:a="http://schemas.openxmlformats.org/drawingml/2006/main">
            <a:off x="685800" y="2383631"/>
            <a:ext cx="5257800" cy="2957513"/>
          </a:xfrm>
          <a:prstGeom xmlns:a="http://schemas.openxmlformats.org/drawingml/2006/main" prst="roundRect">
            <a:avLst>
              <a:gd name="adj" fmla="val 3859"/>
            </a:avLst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3586F8-0C28-419E-A744-B7AFBD9F61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8f22cfb344cbd"/>
          <a:stretch xmlns:a="http://schemas.openxmlformats.org/drawingml/2006/main"/>
        </p:blipFill>
        <p:spPr>
          <a:xfrm xmlns:a="http://schemas.openxmlformats.org/drawingml/2006/main">
            <a:off x="6248400" y="2383631"/>
            <a:ext cx="5257800" cy="2957513"/>
          </a:xfrm>
          <a:prstGeom xmlns:a="http://schemas.openxmlformats.org/drawingml/2006/main" prst="roundRect">
            <a:avLst>
              <a:gd name="adj" fmla="val 3859"/>
            </a:avLst>
          </a:prstGeom>
        </p:spPr>
      </p:pic>
    </p:spTree>
    <p:extLst>
      <p:ext uri="{BB962C8B-B14F-4D97-AF65-F5344CB8AC3E}">
        <p14:creationId xmlns:p14="http://schemas.microsoft.com/office/powerpoint/2010/main" val="9320519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0C51C-7EE6-469A-91ED-4FB65877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Two ways to open a meeting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38DF24-F3D0-46C9-AA07-77FBD67A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Play is the warm-up, not the meeting. A serious meeting goes straight to the agenda.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98E2D7-C096-4D35-8E84-C75161F4F9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8d478bff1401f"/>
          <a:stretch xmlns:a="http://schemas.openxmlformats.org/drawingml/2006/main"/>
        </p:blipFill>
        <p:spPr>
          <a:xfrm xmlns:a="http://schemas.openxmlformats.org/drawingml/2006/main">
            <a:off x="1811867" y="1866900"/>
            <a:ext cx="8568267" cy="4819650"/>
          </a:xfrm>
          <a:prstGeom xmlns:a="http://schemas.openxmlformats.org/drawingml/2006/main" prst="roundRect">
            <a:avLst>
              <a:gd name="adj" fmla="val 2372"/>
            </a:avLst>
          </a:prstGeom>
        </p:spPr>
      </p:pic>
    </p:spTree>
    <p:extLst>
      <p:ext uri="{BB962C8B-B14F-4D97-AF65-F5344CB8AC3E}">
        <p14:creationId xmlns:p14="http://schemas.microsoft.com/office/powerpoint/2010/main" val="12987576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FF7060-217D-420D-9B92-08C8DA1E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The game, when the room wants 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7A078E-3877-4488-BF18-90381566E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One question on the shared screen, and every phone answering the same one on the same clock.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FBD44-2297-4DF6-918B-1B62892411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f748ee13cd4bac"/>
          <a:stretch xmlns:a="http://schemas.openxmlformats.org/drawingml/2006/main"/>
        </p:blipFill>
        <p:spPr>
          <a:xfrm xmlns:a="http://schemas.openxmlformats.org/drawingml/2006/main">
            <a:off x="3429000" y="2000250"/>
            <a:ext cx="8077200" cy="4543425"/>
          </a:xfrm>
          <a:prstGeom xmlns:a="http://schemas.openxmlformats.org/drawingml/2006/main" prst="roundRect">
            <a:avLst>
              <a:gd name="adj" fmla="val 2516"/>
            </a:avLst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BF395A-FE95-4220-B21E-4EDC33C8B9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0aee961bcf4adb"/>
          <a:stretch xmlns:a="http://schemas.openxmlformats.org/drawingml/2006/main"/>
        </p:blipFill>
        <p:spPr>
          <a:xfrm xmlns:a="http://schemas.openxmlformats.org/drawingml/2006/main">
            <a:off x="915348" y="2000250"/>
            <a:ext cx="2112654" cy="4572000"/>
          </a:xfrm>
          <a:prstGeom xmlns:a="http://schemas.openxmlformats.org/drawingml/2006/main" prst="roundRect">
            <a:avLst>
              <a:gd name="adj" fmla="val 5405"/>
            </a:avLst>
          </a:prstGeom>
        </p:spPr>
      </p:pic>
    </p:spTree>
    <p:extLst>
      <p:ext uri="{BB962C8B-B14F-4D97-AF65-F5344CB8AC3E}">
        <p14:creationId xmlns:p14="http://schemas.microsoft.com/office/powerpoint/2010/main" val="12098169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084574-F4A4-494A-AB6C-D1643C6A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The reveal and the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454102-CEAE-4421-85B3-0E98847C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The host reveals once and the right answers score together. Ten points, plus five for a quick answer.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5B2F55-1B98-426C-AF9F-31926F3054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b2480ed1284586"/>
          <a:stretch xmlns:a="http://schemas.openxmlformats.org/drawingml/2006/main"/>
        </p:blipFill>
        <p:spPr>
          <a:xfrm xmlns:a="http://schemas.openxmlformats.org/drawingml/2006/main">
            <a:off x="685800" y="2383631"/>
            <a:ext cx="5257800" cy="2957513"/>
          </a:xfrm>
          <a:prstGeom xmlns:a="http://schemas.openxmlformats.org/drawingml/2006/main" prst="roundRect">
            <a:avLst>
              <a:gd name="adj" fmla="val 3859"/>
            </a:avLst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E1EB4-A43C-42D9-8FF6-AE6224F9CC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7330606c0f41a0"/>
          <a:stretch xmlns:a="http://schemas.openxmlformats.org/drawingml/2006/main"/>
        </p:blipFill>
        <p:spPr>
          <a:xfrm xmlns:a="http://schemas.openxmlformats.org/drawingml/2006/main">
            <a:off x="6248400" y="2383631"/>
            <a:ext cx="5257800" cy="2957513"/>
          </a:xfrm>
          <a:prstGeom xmlns:a="http://schemas.openxmlformats.org/drawingml/2006/main" prst="roundRect">
            <a:avLst>
              <a:gd name="adj" fmla="val 3859"/>
            </a:avLst>
          </a:prstGeom>
        </p:spPr>
      </p:pic>
    </p:spTree>
    <p:extLst>
      <p:ext uri="{BB962C8B-B14F-4D97-AF65-F5344CB8AC3E}">
        <p14:creationId xmlns:p14="http://schemas.microsoft.com/office/powerpoint/2010/main" val="16654010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6ABE6-3AB2-4211-A7A2-58A3986A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The agenda carries the meeting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462406-29CE-4421-BC0B-7832727B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Agenda 1 of 4, the item under discussion, and everything the room produced on it.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CBF49D-CE2C-4D82-8BE2-0D864256CDE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7305ab2e44bb8"/>
          <a:stretch xmlns:a="http://schemas.openxmlformats.org/drawingml/2006/main"/>
        </p:blipFill>
        <p:spPr>
          <a:xfrm xmlns:a="http://schemas.openxmlformats.org/drawingml/2006/main">
            <a:off x="1811867" y="1809750"/>
            <a:ext cx="8568267" cy="4819650"/>
          </a:xfrm>
          <a:prstGeom xmlns:a="http://schemas.openxmlformats.org/drawingml/2006/main" prst="roundRect">
            <a:avLst>
              <a:gd name="adj" fmla="val 2372"/>
            </a:avLst>
          </a:prstGeom>
        </p:spPr>
      </p:pic>
    </p:spTree>
    <p:extLst>
      <p:ext uri="{BB962C8B-B14F-4D97-AF65-F5344CB8AC3E}">
        <p14:creationId xmlns:p14="http://schemas.microsoft.com/office/powerpoint/2010/main" val="17324937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B9A28E-FB4D-438B-ACC3-9C3CC511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Everybody follows, and can add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AA5716-B6FA-4721-A66D-323280867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Participants see the same item, and can note something or propose an idea without leaving the meeting.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3C9C18-A69A-4DE2-9E72-F706847B52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5407a65a3431e"/>
          <a:stretch xmlns:a="http://schemas.openxmlformats.org/drawingml/2006/main"/>
        </p:blipFill>
        <p:spPr>
          <a:xfrm xmlns:a="http://schemas.openxmlformats.org/drawingml/2006/main">
            <a:off x="915348" y="1905000"/>
            <a:ext cx="2112654" cy="4572000"/>
          </a:xfrm>
          <a:prstGeom xmlns:a="http://schemas.openxmlformats.org/drawingml/2006/main" prst="roundRect">
            <a:avLst>
              <a:gd name="adj" fmla="val 5405"/>
            </a:avLst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58CC9-B931-40B6-BDD6-F87738713C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9237c48ceb4543"/>
          <a:stretch xmlns:a="http://schemas.openxmlformats.org/drawingml/2006/main"/>
        </p:blipFill>
        <p:spPr>
          <a:xfrm xmlns:a="http://schemas.openxmlformats.org/drawingml/2006/main">
            <a:off x="3810000" y="2049066"/>
            <a:ext cx="7734300" cy="4350544"/>
          </a:xfrm>
          <a:prstGeom xmlns:a="http://schemas.openxmlformats.org/drawingml/2006/main" prst="roundRect">
            <a:avLst>
              <a:gd name="adj" fmla="val 2626"/>
            </a:avLst>
          </a:prstGeom>
        </p:spPr>
      </p:pic>
    </p:spTree>
    <p:extLst>
      <p:ext uri="{BB962C8B-B14F-4D97-AF65-F5344CB8AC3E}">
        <p14:creationId xmlns:p14="http://schemas.microsoft.com/office/powerpoint/2010/main" val="7450640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038FFC-E37E-4525-8795-F2D4749E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From idea to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2D8CB1-55E1-41EC-94D5-A1F97573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The decision and the action keep the item they came from, so nobody has to remember.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53FCF3-6021-45B3-B9E6-1998F9829E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67d2a127494a5b"/>
          <a:stretch xmlns:a="http://schemas.openxmlformats.org/drawingml/2006/main"/>
        </p:blipFill>
        <p:spPr>
          <a:xfrm xmlns:a="http://schemas.openxmlformats.org/drawingml/2006/main">
            <a:off x="685800" y="2383631"/>
            <a:ext cx="5257800" cy="2957513"/>
          </a:xfrm>
          <a:prstGeom xmlns:a="http://schemas.openxmlformats.org/drawingml/2006/main" prst="roundRect">
            <a:avLst>
              <a:gd name="adj" fmla="val 3859"/>
            </a:avLst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88103-0F00-4352-8219-5F4624DD13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8afa135b56406c"/>
          <a:stretch xmlns:a="http://schemas.openxmlformats.org/drawingml/2006/main"/>
        </p:blipFill>
        <p:spPr>
          <a:xfrm xmlns:a="http://schemas.openxmlformats.org/drawingml/2006/main">
            <a:off x="6248400" y="2383631"/>
            <a:ext cx="5257800" cy="2957513"/>
          </a:xfrm>
          <a:prstGeom xmlns:a="http://schemas.openxmlformats.org/drawingml/2006/main" prst="roundRect">
            <a:avLst>
              <a:gd name="adj" fmla="val 3859"/>
            </a:avLst>
          </a:prstGeom>
        </p:spPr>
      </p:pic>
    </p:spTree>
    <p:extLst>
      <p:ext uri="{BB962C8B-B14F-4D97-AF65-F5344CB8AC3E}">
        <p14:creationId xmlns:p14="http://schemas.microsoft.com/office/powerpoint/2010/main" val="777527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C7BD3-0DEB-40FB-ACA1-5F2D34DF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The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FD12FF-6922-404E-84A7-09BB5C20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Backlog, in progress, blocked and done. One owner for each task.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FF268-798F-431E-AA96-F82BFDD5D3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6e2872a9eb4fac"/>
          <a:stretch xmlns:a="http://schemas.openxmlformats.org/drawingml/2006/main"/>
        </p:blipFill>
        <p:spPr>
          <a:xfrm xmlns:a="http://schemas.openxmlformats.org/drawingml/2006/main">
            <a:off x="1811867" y="1866900"/>
            <a:ext cx="8568267" cy="4819650"/>
          </a:xfrm>
          <a:prstGeom xmlns:a="http://schemas.openxmlformats.org/drawingml/2006/main" prst="roundRect">
            <a:avLst>
              <a:gd name="adj" fmla="val 2372"/>
            </a:avLst>
          </a:prstGeom>
        </p:spPr>
      </p:pic>
    </p:spTree>
    <p:extLst>
      <p:ext uri="{BB962C8B-B14F-4D97-AF65-F5344CB8AC3E}">
        <p14:creationId xmlns:p14="http://schemas.microsoft.com/office/powerpoint/2010/main" val="20169652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100139-D109-41A6-A9F0-58A65B27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The record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C91BAA-73DA-42B5-B5B2-15A9C825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Every change is written down with who, what and when. Nobody writes minutes.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294AFB-1FCD-4322-B876-5EEA1A8F73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cd18d50a794ae1"/>
          <a:stretch xmlns:a="http://schemas.openxmlformats.org/drawingml/2006/main"/>
        </p:blipFill>
        <p:spPr>
          <a:xfrm xmlns:a="http://schemas.openxmlformats.org/drawingml/2006/main">
            <a:off x="1811867" y="1866900"/>
            <a:ext cx="8568267" cy="4819650"/>
          </a:xfrm>
          <a:prstGeom xmlns:a="http://schemas.openxmlformats.org/drawingml/2006/main" prst="roundRect">
            <a:avLst>
              <a:gd name="adj" fmla="val 2372"/>
            </a:avLst>
          </a:prstGeom>
        </p:spPr>
      </p:pic>
    </p:spTree>
    <p:extLst>
      <p:ext uri="{BB962C8B-B14F-4D97-AF65-F5344CB8AC3E}">
        <p14:creationId xmlns:p14="http://schemas.microsoft.com/office/powerpoint/2010/main" val="10162141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32F04-434B-4FFA-B605-9D3BA282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That's a wrap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BB4D0F-5D42-4C4A-B049-9D4EF263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The meeting closes with what it produced, and everybody is released back to normal Mshikaki.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E1BFA-A6D3-4521-B09C-259499F594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02ae581584133"/>
          <a:stretch xmlns:a="http://schemas.openxmlformats.org/drawingml/2006/main"/>
        </p:blipFill>
        <p:spPr>
          <a:xfrm xmlns:a="http://schemas.openxmlformats.org/drawingml/2006/main">
            <a:off x="1811867" y="1866900"/>
            <a:ext cx="8568267" cy="4819650"/>
          </a:xfrm>
          <a:prstGeom xmlns:a="http://schemas.openxmlformats.org/drawingml/2006/main" prst="roundRect">
            <a:avLst>
              <a:gd name="adj" fmla="val 2372"/>
            </a:avLst>
          </a:prstGeom>
        </p:spPr>
      </p:pic>
    </p:spTree>
    <p:extLst>
      <p:ext uri="{BB962C8B-B14F-4D97-AF65-F5344CB8AC3E}">
        <p14:creationId xmlns:p14="http://schemas.microsoft.com/office/powerpoint/2010/main" val="15860378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A1D99D-7B40-4C23-8229-08E3557D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The minutes write themselves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2BECBF-FA22-4DF1-BA0E-DD72E72C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One frozen snapshot, three ways to share it: HTML in the browser, plain text for WhatsApp, and a printable PDF.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6FF3C5-74D8-463A-9FB9-47A2EA506A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6184fc6da445f5"/>
          <a:stretch xmlns:a="http://schemas.openxmlformats.org/drawingml/2006/main"/>
        </p:blipFill>
        <p:spPr>
          <a:xfrm xmlns:a="http://schemas.openxmlformats.org/drawingml/2006/main">
            <a:off x="685800" y="2383631"/>
            <a:ext cx="5257800" cy="2957513"/>
          </a:xfrm>
          <a:prstGeom xmlns:a="http://schemas.openxmlformats.org/drawingml/2006/main" prst="roundRect">
            <a:avLst>
              <a:gd name="adj" fmla="val 3859"/>
            </a:avLst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1D7DB2-3BA6-4870-9B01-23D5543BD1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8a72c8258f4b82"/>
          <a:stretch xmlns:a="http://schemas.openxmlformats.org/drawingml/2006/main"/>
        </p:blipFill>
        <p:spPr>
          <a:xfrm xmlns:a="http://schemas.openxmlformats.org/drawingml/2006/main">
            <a:off x="6572731" y="1809750"/>
            <a:ext cx="3428038" cy="4848225"/>
          </a:xfrm>
          <a:prstGeom xmlns:a="http://schemas.openxmlformats.org/drawingml/2006/main" prst="roundRect">
            <a:avLst>
              <a:gd name="adj" fmla="val 3333"/>
            </a:avLst>
          </a:prstGeom>
        </p:spPr>
      </p:pic>
    </p:spTree>
    <p:extLst>
      <p:ext uri="{BB962C8B-B14F-4D97-AF65-F5344CB8AC3E}">
        <p14:creationId xmlns:p14="http://schemas.microsoft.com/office/powerpoint/2010/main" val="17724121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9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E5DF5-F45C-46B3-A512-C108075E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952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2550" b="1">
                <a:solidFill>
                  <a:srgbClr val="12100F"/>
                </a:solidFill>
                <a:latin typeface="Lato"/>
                <a:ea typeface="Lato"/>
                <a:cs typeface="Lato"/>
              </a:defRPr>
            </a:pPr>
            <a:r>
              <a:rPr sz="2550" b="1">
                <a:solidFill>
                  <a:srgbClr val="12100F"/>
                </a:solidFill>
                <a:latin typeface="Lato"/>
                <a:ea typeface="Lato"/>
                <a:cs typeface="Lato"/>
              </a:rPr>
              <a:t>Bragging rights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474C3-0187-46B3-B820-68E528FE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 algn="l"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defPPr>
          </a:lstStyle>
          <a:p xmlns:a="http://schemas.openxmlformats.org/drawingml/2006/main">
            <a:pPr algn="l">
              <a:lnSpc>
                <a:spcPct val="115000"/>
              </a:lnSpc>
              <a:buNone/>
              <a:defRPr sz="1350" b="0">
                <a:solidFill>
                  <a:srgbClr val="6B6762"/>
                </a:solidFill>
                <a:latin typeface="Lato"/>
                <a:ea typeface="Lato"/>
                <a:cs typeface="Lato"/>
              </a:defRPr>
            </a:pPr>
            <a:r>
              <a:rPr sz="1350" b="0">
                <a:solidFill>
                  <a:srgbClr val="6B6762"/>
                </a:solidFill>
                <a:latin typeface="Lato"/>
                <a:ea typeface="Lato"/>
                <a:cs typeface="Lato"/>
              </a:rPr>
              <a:t>XP for playing, proposing and finishing work. It is for fun, never a performance measure.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787680-F0F5-426D-B44D-130EBC9049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452ef04ad4d6e"/>
          <a:stretch xmlns:a="http://schemas.openxmlformats.org/drawingml/2006/main"/>
        </p:blipFill>
        <p:spPr>
          <a:xfrm xmlns:a="http://schemas.openxmlformats.org/drawingml/2006/main">
            <a:off x="1811867" y="1866900"/>
            <a:ext cx="8568267" cy="4819650"/>
          </a:xfrm>
          <a:prstGeom xmlns:a="http://schemas.openxmlformats.org/drawingml/2006/main" prst="roundRect">
            <a:avLst>
              <a:gd name="adj" fmla="val 2372"/>
            </a:avLst>
          </a:prstGeom>
        </p:spPr>
      </p:pic>
    </p:spTree>
    <p:extLst>
      <p:ext uri="{BB962C8B-B14F-4D97-AF65-F5344CB8AC3E}">
        <p14:creationId xmlns:p14="http://schemas.microsoft.com/office/powerpoint/2010/main" val="10227911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2026-10-02T08:46:40.0660000Z</dcterms:created>
  <dcterms:modified xsi:type="dcterms:W3CDTF">2026-10-02T08:46:40.0660000Z</dcterms:modified>
</coreProperties>
</file>