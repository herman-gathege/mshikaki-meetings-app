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6d8ecc9c834515" /><Relationship Type="http://schemas.openxmlformats.org/officeDocument/2006/relationships/extended-properties" Target="/docProps/app.xml" Id="R652483ed72e142dd" /><Relationship Type="http://schemas.openxmlformats.org/officeDocument/2006/relationships/officeDocument" Target="/ppt/presentation.xml" Id="R30d7b6f1fd4345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8d9160448b4910"/>
  </p:sldMasterIdLst>
  <p:notesMasterIdLst>
    <p:notesMasterId xmlns:r="http://schemas.openxmlformats.org/officeDocument/2006/relationships" r:id="R8a9b5cd029c84754"/>
  </p:notesMasterIdLst>
  <p:sldIdLst>
    <p:sldId xmlns:r="http://schemas.openxmlformats.org/officeDocument/2006/relationships" id="256" r:id="Rf67447b0e0f645aa"/>
    <p:sldId xmlns:r="http://schemas.openxmlformats.org/officeDocument/2006/relationships" id="257" r:id="R2a06fac5ac014f90"/>
    <p:sldId xmlns:r="http://schemas.openxmlformats.org/officeDocument/2006/relationships" id="258" r:id="R31f4975a97124965"/>
    <p:sldId xmlns:r="http://schemas.openxmlformats.org/officeDocument/2006/relationships" id="259" r:id="Rfee5219b523f4d00"/>
    <p:sldId xmlns:r="http://schemas.openxmlformats.org/officeDocument/2006/relationships" id="260" r:id="R78f56ab5526b4d46"/>
    <p:sldId xmlns:r="http://schemas.openxmlformats.org/officeDocument/2006/relationships" id="261" r:id="Rc84d823bd39d4a61"/>
    <p:sldId xmlns:r="http://schemas.openxmlformats.org/officeDocument/2006/relationships" id="262" r:id="R9a470ef9ae4247a9"/>
    <p:sldId xmlns:r="http://schemas.openxmlformats.org/officeDocument/2006/relationships" id="263" r:id="Re83dad0cb5144274"/>
    <p:sldId xmlns:r="http://schemas.openxmlformats.org/officeDocument/2006/relationships" id="264" r:id="R37f7256fe75d432f"/>
    <p:sldId xmlns:r="http://schemas.openxmlformats.org/officeDocument/2006/relationships" id="265" r:id="R650087cd8b9c441c"/>
    <p:sldId xmlns:r="http://schemas.openxmlformats.org/officeDocument/2006/relationships" id="266" r:id="R83da803aaad64e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4a1acd9e414a82" /><Relationship Type="http://schemas.openxmlformats.org/officeDocument/2006/relationships/slideMaster" Target="/ppt/slideMasters/slideMaster1.xml" Id="Rdb8d9160448b4910" /><Relationship Type="http://schemas.openxmlformats.org/officeDocument/2006/relationships/notesMaster" Target="/ppt/notesMasters/notesMaster1.xml" Id="R8a9b5cd029c84754" /><Relationship Type="http://schemas.openxmlformats.org/officeDocument/2006/relationships/presProps" Target="/ppt/presProps.xml" Id="R9e578df000ed4bdb" /><Relationship Type="http://schemas.openxmlformats.org/officeDocument/2006/relationships/tableStyles" Target="/ppt/tableStyles.xml" Id="Re231f781eacf4828" /><Relationship Type="http://schemas.openxmlformats.org/officeDocument/2006/relationships/slide" Target="/ppt/slides/slide1.xml" Id="Rf67447b0e0f645aa" /><Relationship Type="http://schemas.openxmlformats.org/officeDocument/2006/relationships/slide" Target="/ppt/slides/slide2.xml" Id="R2a06fac5ac014f90" /><Relationship Type="http://schemas.openxmlformats.org/officeDocument/2006/relationships/slide" Target="/ppt/slides/slide3.xml" Id="R31f4975a97124965" /><Relationship Type="http://schemas.openxmlformats.org/officeDocument/2006/relationships/slide" Target="/ppt/slides/slide4.xml" Id="Rfee5219b523f4d00" /><Relationship Type="http://schemas.openxmlformats.org/officeDocument/2006/relationships/slide" Target="/ppt/slides/slide5.xml" Id="R78f56ab5526b4d46" /><Relationship Type="http://schemas.openxmlformats.org/officeDocument/2006/relationships/slide" Target="/ppt/slides/slide6.xml" Id="Rc84d823bd39d4a61" /><Relationship Type="http://schemas.openxmlformats.org/officeDocument/2006/relationships/slide" Target="/ppt/slides/slide7.xml" Id="R9a470ef9ae4247a9" /><Relationship Type="http://schemas.openxmlformats.org/officeDocument/2006/relationships/slide" Target="/ppt/slides/slide8.xml" Id="Re83dad0cb5144274" /><Relationship Type="http://schemas.openxmlformats.org/officeDocument/2006/relationships/slide" Target="/ppt/slides/slide9.xml" Id="R37f7256fe75d432f" /><Relationship Type="http://schemas.openxmlformats.org/officeDocument/2006/relationships/slide" Target="/ppt/slides/slide10.xml" Id="R650087cd8b9c441c" /><Relationship Type="http://schemas.openxmlformats.org/officeDocument/2006/relationships/slide" Target="/ppt/slides/slide11.xml" Id="R83da803aaad64e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d9a2f6e7724f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f735a3c41a4953" /><Relationship Type="http://schemas.openxmlformats.org/officeDocument/2006/relationships/notesMaster" Target="/ppt/notesMasters/notesMaster1.xml" Id="R1cbc3dd7db6840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1213244fa54b68" /><Relationship Type="http://schemas.openxmlformats.org/officeDocument/2006/relationships/notesMaster" Target="/ppt/notesMasters/notesMaster1.xml" Id="R073a242d33eb4c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a48c1d09334866" /><Relationship Type="http://schemas.openxmlformats.org/officeDocument/2006/relationships/notesMaster" Target="/ppt/notesMasters/notesMaster1.xml" Id="R80e2e894eb3642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b3ef27165142fa" /><Relationship Type="http://schemas.openxmlformats.org/officeDocument/2006/relationships/notesMaster" Target="/ppt/notesMasters/notesMaster1.xml" Id="R543a898b89134c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5af61d2814473c" /><Relationship Type="http://schemas.openxmlformats.org/officeDocument/2006/relationships/notesMaster" Target="/ppt/notesMasters/notesMaster1.xml" Id="R0f41255529084b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11d19b0fe142a6" /><Relationship Type="http://schemas.openxmlformats.org/officeDocument/2006/relationships/notesMaster" Target="/ppt/notesMasters/notesMaster1.xml" Id="R49b1784de1f24c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8205e8ecd0448c" /><Relationship Type="http://schemas.openxmlformats.org/officeDocument/2006/relationships/notesMaster" Target="/ppt/notesMasters/notesMaster1.xml" Id="R434a724591b045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cfbcebb74840d6" /><Relationship Type="http://schemas.openxmlformats.org/officeDocument/2006/relationships/notesMaster" Target="/ppt/notesMasters/notesMaster1.xml" Id="Ree27ab43239047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cb65f1db5240f3" /><Relationship Type="http://schemas.openxmlformats.org/officeDocument/2006/relationships/notesMaster" Target="/ppt/notesMasters/notesMaster1.xml" Id="R241c2674797f4c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a0260048eb4f0e" /><Relationship Type="http://schemas.openxmlformats.org/officeDocument/2006/relationships/notesMaster" Target="/ppt/notesMasters/notesMaster1.xml" Id="R412830e6d1d542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3fdb91aea844dc" /><Relationship Type="http://schemas.openxmlformats.org/officeDocument/2006/relationships/notesMaster" Target="/ppt/notesMasters/notesMaster1.xml" Id="R9c57ac1de5534d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ade8d703e4f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fcfdbc37b49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a2e39505244d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48edb62dd4f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a15dfaad1e41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cfaf6638a4e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1A8FEF-C763-4137-9554-71F126BA8D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903C6B9-8CD3-4625-A296-E7F4AC4F50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A0D1FDE-8243-41A1-9189-163E9CAE93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BECDF7-554D-4C95-B33C-72855A5CF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9B0DB2-7D1E-4754-A9B3-B3152A079D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D6EB92-DA53-4773-812C-71D760E67E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187B77-7FE3-4FDD-8EE2-F5A58DC4E9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6C09F7D-F9E3-40B9-ABBD-8931E18319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57AD9F-BAC6-4CEC-BD0C-6A3F35CB53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D7FE7A-712A-4680-BD0D-639F7D85ED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423e1ed87942e1" /><Relationship Type="http://schemas.openxmlformats.org/officeDocument/2006/relationships/slideLayout" Target="/ppt/slideLayouts/slideLayout1.xml" Id="R5836d1e0c0984ca5" /><Relationship Type="http://schemas.openxmlformats.org/officeDocument/2006/relationships/slideLayout" Target="/ppt/slideLayouts/slideLayout2.xml" Id="R257b2f2d7a7f4d23" /><Relationship Type="http://schemas.openxmlformats.org/officeDocument/2006/relationships/slideLayout" Target="/ppt/slideLayouts/slideLayout3.xml" Id="Rff0dbc5ea7f84d5a" /><Relationship Type="http://schemas.openxmlformats.org/officeDocument/2006/relationships/slideLayout" Target="/ppt/slideLayouts/slideLayout4.xml" Id="R69dcb90814d1487f" /><Relationship Type="http://schemas.openxmlformats.org/officeDocument/2006/relationships/slideLayout" Target="/ppt/slideLayouts/slideLayout5.xml" Id="Raf6d099cd24e4f75" /><Relationship Type="http://schemas.openxmlformats.org/officeDocument/2006/relationships/slideLayout" Target="/ppt/slideLayouts/slideLayout6.xml" Id="Rf78147395ba247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36d1e0c0984ca5"/>
    <p:sldLayoutId xmlns:r="http://schemas.openxmlformats.org/officeDocument/2006/relationships" id="2147483650" r:id="R257b2f2d7a7f4d23"/>
    <p:sldLayoutId xmlns:r="http://schemas.openxmlformats.org/officeDocument/2006/relationships" id="2147483651" r:id="Rff0dbc5ea7f84d5a"/>
    <p:sldLayoutId xmlns:r="http://schemas.openxmlformats.org/officeDocument/2006/relationships" id="2147483652" r:id="R69dcb90814d1487f"/>
    <p:sldLayoutId xmlns:r="http://schemas.openxmlformats.org/officeDocument/2006/relationships" id="2147483653" r:id="Raf6d099cd24e4f75"/>
    <p:sldLayoutId xmlns:r="http://schemas.openxmlformats.org/officeDocument/2006/relationships" id="2147483654" r:id="Rf78147395ba247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4d358ff85a4b38" /><Relationship Type="http://schemas.openxmlformats.org/officeDocument/2006/relationships/notesSlide" Target="/ppt/notesSlides/notesSlide1.xml" Id="R288feafb172540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93bd60ccc24164" /><Relationship Type="http://schemas.openxmlformats.org/officeDocument/2006/relationships/notesSlide" Target="/ppt/notesSlides/notesSlide2.xml" Id="Rad093afc5bce47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8c790e01934420" /><Relationship Type="http://schemas.openxmlformats.org/officeDocument/2006/relationships/notesSlide" Target="/ppt/notesSlides/notesSlide3.xml" Id="R2e500e9b6a6940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741dfd9e784b39" /><Relationship Type="http://schemas.openxmlformats.org/officeDocument/2006/relationships/notesSlide" Target="/ppt/notesSlides/notesSlide4.xml" Id="R8e1d9e9cbf684a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e0a90b5ecf4f73" /><Relationship Type="http://schemas.openxmlformats.org/officeDocument/2006/relationships/notesSlide" Target="/ppt/notesSlides/notesSlide5.xml" Id="Rbd9faebcd7d848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c701bf138479d" /><Relationship Type="http://schemas.openxmlformats.org/officeDocument/2006/relationships/notesSlide" Target="/ppt/notesSlides/notesSlide6.xml" Id="Rad93d606f84446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4acd4069154d14" /><Relationship Type="http://schemas.openxmlformats.org/officeDocument/2006/relationships/notesSlide" Target="/ppt/notesSlides/notesSlide7.xml" Id="R85767e915bfb43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deea7af0c04eb9" /><Relationship Type="http://schemas.openxmlformats.org/officeDocument/2006/relationships/notesSlide" Target="/ppt/notesSlides/notesSlide8.xml" Id="Re17763da211149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3a4750d6a84009" /><Relationship Type="http://schemas.openxmlformats.org/officeDocument/2006/relationships/notesSlide" Target="/ppt/notesSlides/notesSlide9.xml" Id="R82dfc703d48c4d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933903edb4433d" /><Relationship Type="http://schemas.openxmlformats.org/officeDocument/2006/relationships/notesSlide" Target="/ppt/notesSlides/notesSlide10.xml" Id="Rfb0020e546374a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d2bb64b5346e7" /><Relationship Type="http://schemas.openxmlformats.org/officeDocument/2006/relationships/notesSlide" Target="/ppt/notesSlides/notesSlide11.xml" Id="R26cd8ce8e91345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6B6759B-23DE-4E81-A588-21054981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48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48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48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How to use Mshikaki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2971674-BE01-4E25-BB2A-AB0F53C2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9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Run a meeting that plays, decides and remembers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8F9750A0-747A-4939-8CE2-BF5580C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BBCDE65E-1711-4698-BAD6-8D4C8355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Innovations ICT</a:t>
            </a:r>
          </a:p>
        </p:txBody>
      </p:sp>
    </p:spTree>
    <p:extLst>
      <p:ext uri="{BB962C8B-B14F-4D97-AF65-F5344CB8AC3E}">
        <p14:creationId xmlns:p14="http://schemas.microsoft.com/office/powerpoint/2010/main" val="551880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B33465-5EB2-4172-AC76-7484B7A3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The meeting loop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5CC616F-8655-4154-99AC-231FA971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Every screen in Mshikaki serves one of these steps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79940EE6-5F9C-4C7E-94AD-C8410C46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765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B3451F"/>
          </a:solidFill>
          <a:ln xmlns:a="http://schemas.openxmlformats.org/drawingml/2006/main" w="9525">
            <a:solidFill>
              <a:srgbClr val="B345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74BF2-B8F7-4CC5-AD84-B435DFD8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098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Play</a:t>
            </a:r>
          </a:p>
        </p:txBody>
      </p:sp>
      <p:sp>
        <p:nvSpPr>
          <p:cNvPr id="5" name="connector-1">
            <a:extLst xmlns:a="http://schemas.openxmlformats.org/drawingml/2006/main">
              <a:ext uri="{FF2B5EF4-FFF2-40B4-BE49-F238E27FC236}">
                <a16:creationId xmlns:a16="http://schemas.microsoft.com/office/drawing/2014/main" id="{95F64FE4-EC4E-451D-ADD0-06B7B7B8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981325"/>
            <a:ext cx="5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2BAF84CB-BBDF-45A6-8699-5A6F1E44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4765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58EBC-3985-4759-8349-54FADC22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6098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Connect</a:t>
            </a:r>
          </a:p>
        </p:txBody>
      </p:sp>
      <p:sp>
        <p:nvSpPr>
          <p:cNvPr id="8" name="connector-2">
            <a:extLst xmlns:a="http://schemas.openxmlformats.org/drawingml/2006/main">
              <a:ext uri="{FF2B5EF4-FFF2-40B4-BE49-F238E27FC236}">
                <a16:creationId xmlns:a16="http://schemas.microsoft.com/office/drawing/2014/main" id="{012A1FFA-D5F9-4DC4-BFA0-C4DB60BB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981325"/>
            <a:ext cx="5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EFC78A6D-C105-41A5-B142-0A8E758B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765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CE6D3-B635-449D-906F-ACC99351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98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Think</a:t>
            </a:r>
          </a:p>
        </p:txBody>
      </p:sp>
      <p:sp>
        <p:nvSpPr>
          <p:cNvPr id="11" name="connector-3">
            <a:extLst xmlns:a="http://schemas.openxmlformats.org/drawingml/2006/main">
              <a:ext uri="{FF2B5EF4-FFF2-40B4-BE49-F238E27FC236}">
                <a16:creationId xmlns:a16="http://schemas.microsoft.com/office/drawing/2014/main" id="{751D0124-958D-4776-9707-588D60C3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81325"/>
            <a:ext cx="5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4">
            <a:extLst xmlns:a="http://schemas.openxmlformats.org/drawingml/2006/main">
              <a:ext uri="{FF2B5EF4-FFF2-40B4-BE49-F238E27FC236}">
                <a16:creationId xmlns:a16="http://schemas.microsoft.com/office/drawing/2014/main" id="{205451E0-3E04-4E47-9B3C-AF153000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765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F3BC9-AF1B-4118-A52B-5983BDAB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098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Discuss</a:t>
            </a:r>
          </a:p>
        </p:txBody>
      </p:sp>
      <p:sp>
        <p:nvSpPr>
          <p:cNvPr id="14" name="connector-4">
            <a:extLst xmlns:a="http://schemas.openxmlformats.org/drawingml/2006/main">
              <a:ext uri="{FF2B5EF4-FFF2-40B4-BE49-F238E27FC236}">
                <a16:creationId xmlns:a16="http://schemas.microsoft.com/office/drawing/2014/main" id="{A99C113D-E304-460D-ABA7-27A0FCF1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81325"/>
            <a:ext cx="5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5">
            <a:extLst xmlns:a="http://schemas.openxmlformats.org/drawingml/2006/main">
              <a:ext uri="{FF2B5EF4-FFF2-40B4-BE49-F238E27FC236}">
                <a16:creationId xmlns:a16="http://schemas.microsoft.com/office/drawing/2014/main" id="{036F4D4B-CAE5-4AC3-93A1-1FB7423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42A6B-1338-426F-9E70-0480C4D1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098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Decide</a:t>
            </a:r>
          </a:p>
        </p:txBody>
      </p:sp>
      <p:sp>
        <p:nvSpPr>
          <p:cNvPr id="17" name="connector-5">
            <a:extLst xmlns:a="http://schemas.openxmlformats.org/drawingml/2006/main">
              <a:ext uri="{FF2B5EF4-FFF2-40B4-BE49-F238E27FC236}">
                <a16:creationId xmlns:a16="http://schemas.microsoft.com/office/drawing/2014/main" id="{00EA7153-BBF5-42CD-9560-607AFCC9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981325"/>
            <a:ext cx="5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6">
            <a:extLst xmlns:a="http://schemas.openxmlformats.org/drawingml/2006/main">
              <a:ext uri="{FF2B5EF4-FFF2-40B4-BE49-F238E27FC236}">
                <a16:creationId xmlns:a16="http://schemas.microsoft.com/office/drawing/2014/main" id="{D790DBCE-921A-4BA2-9F71-FC14B289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765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B9C44-A50B-4836-A244-2E55E8F4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098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Assign</a:t>
            </a:r>
          </a:p>
        </p:txBody>
      </p:sp>
      <p:sp>
        <p:nvSpPr>
          <p:cNvPr id="20" name="connector-6">
            <a:extLst xmlns:a="http://schemas.openxmlformats.org/drawingml/2006/main">
              <a:ext uri="{FF2B5EF4-FFF2-40B4-BE49-F238E27FC236}">
                <a16:creationId xmlns:a16="http://schemas.microsoft.com/office/drawing/2014/main" id="{44C4DEB5-0A5A-491F-A097-04F2EA6A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81325"/>
            <a:ext cx="5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7">
            <a:extLst xmlns:a="http://schemas.openxmlformats.org/drawingml/2006/main">
              <a:ext uri="{FF2B5EF4-FFF2-40B4-BE49-F238E27FC236}">
                <a16:creationId xmlns:a16="http://schemas.microsoft.com/office/drawing/2014/main" id="{377464B0-2A41-4B92-BC12-4F39B47B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765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1701B-A21E-479B-923F-47AD7B2A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98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Do</a:t>
            </a:r>
          </a:p>
        </p:txBody>
      </p:sp>
      <p:sp>
        <p:nvSpPr>
          <p:cNvPr id="23" name="connector-7">
            <a:extLst xmlns:a="http://schemas.openxmlformats.org/drawingml/2006/main">
              <a:ext uri="{FF2B5EF4-FFF2-40B4-BE49-F238E27FC236}">
                <a16:creationId xmlns:a16="http://schemas.microsoft.com/office/drawing/2014/main" id="{F3D309FD-6F55-454D-900F-5483D9E5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981325"/>
            <a:ext cx="5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ep-8">
            <a:extLst xmlns:a="http://schemas.openxmlformats.org/drawingml/2006/main">
              <a:ext uri="{FF2B5EF4-FFF2-40B4-BE49-F238E27FC236}">
                <a16:creationId xmlns:a16="http://schemas.microsoft.com/office/drawing/2014/main" id="{3C146A3E-5DD7-4879-9258-08F91774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765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B90670-D2CE-446A-9319-6947C44D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6098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Record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D6865A-85FD-412B-A4AB-C10DE92E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app never asks you to learn these words. It walks you through them.</a:t>
            </a:r>
          </a:p>
        </p:txBody>
      </p:sp>
    </p:spTree>
    <p:extLst>
      <p:ext uri="{BB962C8B-B14F-4D97-AF65-F5344CB8AC3E}">
        <p14:creationId xmlns:p14="http://schemas.microsoft.com/office/powerpoint/2010/main" val="912779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038595-BDE5-4ACA-8493-03D542B4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Getting in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5D0E224-3D4D-4D5D-98BB-9FD95AF6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Scan the code on the screen, or open the link a colleague shared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FCAFD675-F6D5-4D0D-AA5C-92A7C5E4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3FEA2-54F8-497C-A3B0-045E62E3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812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1. Scan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E6F3F-8F25-429E-83E7-CAAC62DC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Point your phone camera at the code on the projector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C305D34C-AF93-42A5-869E-9C60FE71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4322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0D87EA69-11C5-4FC0-91D1-B9F797C3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FF45A-3F6E-40E2-9508-64566930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2. Enter your 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A7652-1377-46A5-AE8F-939413D7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Your name, your work email, and a password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A25E4DA1-CA41-469F-8C94-5B48F4CC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4322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F840A059-9002-46F0-851E-5E3FBCAD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479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E6C09-09B2-4203-9ADE-A5C22E61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3. You are 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3A989-8253-4949-BA7C-0959BF39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meeting opens straight away</a:t>
            </a:r>
          </a:p>
        </p:txBody>
      </p:sp>
      <p:sp>
        <p:nvSpPr>
          <p:cNvPr id="14" name="join-note">
            <a:extLst xmlns:a="http://schemas.openxmlformats.org/drawingml/2006/main">
              <a:ext uri="{FF2B5EF4-FFF2-40B4-BE49-F238E27FC236}">
                <a16:creationId xmlns:a16="http://schemas.microsoft.com/office/drawing/2014/main" id="{6892838A-E170-4515-939C-547D45EA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EDE9"/>
          </a:solidFill>
          <a:ln xmlns:a="http://schemas.openxmlformats.org/drawingml/2006/main" w="9525">
            <a:solidFill>
              <a:srgbClr val="DCED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F46B8-F273-40F8-9EF8-82B52E43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0B4F4A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0B4F4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0B4F4A"/>
                </a:solidFill>
                <a:latin typeface="Lato"/>
                <a:ea typeface="Lato"/>
                <a:cs typeface="Lato"/>
              </a:rPr>
              <a:t>Use your work email address. Your account is what lets you capture ideas, take tasks and appear in the games.</a:t>
            </a:r>
          </a:p>
        </p:txBody>
      </p:sp>
    </p:spTree>
    <p:extLst>
      <p:ext uri="{BB962C8B-B14F-4D97-AF65-F5344CB8AC3E}">
        <p14:creationId xmlns:p14="http://schemas.microsoft.com/office/powerpoint/2010/main" val="13026244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08602E-12B7-4EAF-A736-4CFAA16B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Today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7C84EF4-4513-47F5-948E-1C556CBD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Three questions, answered on one screen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B5E90E69-E06E-490E-BB41-88CC46FB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3276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37554-70ED-4F48-A1B0-B0E889D1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What is happening?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A3A47-7663-4A37-A608-B9936C0B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Your next meeting, with one button to start it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DEE8D43A-D917-4A13-986C-0BEE806C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3847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8718FADE-1C4B-4C10-BA38-3E3C566B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47900"/>
            <a:ext cx="3276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0E358-8F12-416F-B1B3-F36B4001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What do I need to do?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82470-4E43-4C77-A78E-596F0D96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work waiting for you, and anything blocked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1DE2C2B3-06B8-4AB8-BDD4-5EC17DC6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3847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4DAF34EF-5DC1-4494-837B-ADBE571E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276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686C4-BAB9-4BC7-8BE8-4667C53E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What happened recently?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BD4F9-87A7-4CDA-BAF7-51D9B0C2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last meeting and what it produced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3ABBA-C1B2-4159-BDAE-548E5819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When a meeting is running, Today shows it at the top, so nobody has to hunt for it.</a:t>
            </a:r>
          </a:p>
        </p:txBody>
      </p:sp>
    </p:spTree>
    <p:extLst>
      <p:ext uri="{BB962C8B-B14F-4D97-AF65-F5344CB8AC3E}">
        <p14:creationId xmlns:p14="http://schemas.microsoft.com/office/powerpoint/2010/main" val="15186000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97DEDE-1F63-4E7C-84B4-E872F90C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Planning a meeting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B86A76B-BD4C-4544-9EB0-E9802661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Four things, then you are done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E42B825C-5129-40BB-8717-FE4413F2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24100"/>
            <a:ext cx="24574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802CA-D260-49E0-92D2-58956647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574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Title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45A71-779E-4BAE-B20C-17FF2BA5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00350"/>
            <a:ext cx="226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Mshikaki numbers it for you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BBE767B4-E18E-4AE7-8556-BEF041D1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97180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335E027E-E4BF-461C-8364-499ADCD4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324100"/>
            <a:ext cx="24574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C5E8B-1DC9-4978-83D1-76DC3E88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574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Date and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2E8D5-3185-4F3D-B24F-78599410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00350"/>
            <a:ext cx="226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When the room is free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D75472C0-DD88-48A5-953F-ECE257D9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7180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5A3CA065-D5D2-49D4-A606-5D18D473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24100"/>
            <a:ext cx="24574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DA0B7-FF89-4F0C-BC03-268A87E1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574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Place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2FA92-0EB4-4F6F-ABD9-C78C8EC3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00350"/>
            <a:ext cx="226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Boardroom, or online</a:t>
            </a:r>
          </a:p>
        </p:txBody>
      </p:sp>
      <p:sp>
        <p:nvSpPr>
          <p:cNvPr id="14" name="connector-3">
            <a:extLst xmlns:a="http://schemas.openxmlformats.org/drawingml/2006/main">
              <a:ext uri="{FF2B5EF4-FFF2-40B4-BE49-F238E27FC236}">
                <a16:creationId xmlns:a16="http://schemas.microsoft.com/office/drawing/2014/main" id="{92EDEC9B-0BA4-4312-85DB-C8655DA9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97180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B5894837-6873-4725-A162-51ACDE87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24100"/>
            <a:ext cx="24574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3CEC2-17EF-4B06-A37B-4BBCB802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574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Agenda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42F31-E41E-4613-8B29-FD388DF2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00350"/>
            <a:ext cx="226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One item per 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BF233-195B-44F8-99C1-B4B4E600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Everyone in the team sees the meeting on Today as soon as it is created.</a:t>
            </a:r>
          </a:p>
        </p:txBody>
      </p:sp>
    </p:spTree>
    <p:extLst>
      <p:ext uri="{BB962C8B-B14F-4D97-AF65-F5344CB8AC3E}">
        <p14:creationId xmlns:p14="http://schemas.microsoft.com/office/powerpoint/2010/main" val="374681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DA0D8D-CD11-4388-8B1F-9E615E67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Running a meeting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D244189-912E-4AAC-A683-39160580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Run Mode gives the facilitator one action per screen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348C8539-77D3-4721-AD2D-C05BC1DA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19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B3451F"/>
          </a:solidFill>
          <a:ln xmlns:a="http://schemas.openxmlformats.org/drawingml/2006/main" w="9525">
            <a:solidFill>
              <a:srgbClr val="B345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0E3CB-4BDE-4ABF-8310-83E89BC2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Let's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2EFBA-D812-4C66-97CE-F541B1FC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F7E8D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F7E8DF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F7E8DF"/>
                </a:solidFill>
                <a:latin typeface="Lato"/>
                <a:ea typeface="Lato"/>
                <a:cs typeface="Lato"/>
              </a:rPr>
              <a:t>Warm the room up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E6529744-A741-48CD-B331-79CC98D1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81325"/>
            <a:ext cx="142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D9D56F80-3785-4502-A897-5CF3AD8D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381250"/>
            <a:ext cx="2019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EDEE5-FAEC-456B-83C9-CEE3091F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5146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What are we thinking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939BD-F291-4F4E-A25E-9212CAE9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5750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Capture ideas fast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62946501-3B15-4BC4-B339-8515E872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981325"/>
            <a:ext cx="142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3A82FBBE-2071-4F83-821B-7FFE6D5B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2019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4CBE8-8597-44EC-94AB-ED17D18A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146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What did we decide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25638-D0F0-4D48-86AD-3855A2F3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5750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Record the agreement</a:t>
            </a:r>
          </a:p>
        </p:txBody>
      </p:sp>
      <p:sp>
        <p:nvSpPr>
          <p:cNvPr id="14" name="connector-3">
            <a:extLst xmlns:a="http://schemas.openxmlformats.org/drawingml/2006/main">
              <a:ext uri="{FF2B5EF4-FFF2-40B4-BE49-F238E27FC236}">
                <a16:creationId xmlns:a16="http://schemas.microsoft.com/office/drawing/2014/main" id="{008A40EC-2A2C-4FC7-B463-CD8935E0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81325"/>
            <a:ext cx="142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E8D32283-30A3-40E8-AB7E-CC9B8F1D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81250"/>
            <a:ext cx="2019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EA44F-F5DF-4C87-A4C7-9A0DD883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146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Who's got this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B65CD-3461-45A8-94F2-FAAD402A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Name one owner</a:t>
            </a:r>
          </a:p>
        </p:txBody>
      </p:sp>
      <p:sp>
        <p:nvSpPr>
          <p:cNvPr id="18" name="connector-4">
            <a:extLst xmlns:a="http://schemas.openxmlformats.org/drawingml/2006/main">
              <a:ext uri="{FF2B5EF4-FFF2-40B4-BE49-F238E27FC236}">
                <a16:creationId xmlns:a16="http://schemas.microsoft.com/office/drawing/2014/main" id="{3BD7B2EA-FD34-4C12-92CA-0D3F65D8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981325"/>
            <a:ext cx="142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C987883C-E49E-416E-80B9-2727292C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2019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A9FC9-E6BA-4E5C-9340-1587EF42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146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That's a wrap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67714-A3E5-40AB-86B8-D754C400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5750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Write the minutes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7D00C-E5E9-4577-A55A-1405AD66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room watches the screen. The facilitator taps one button to move on.</a:t>
            </a:r>
          </a:p>
        </p:txBody>
      </p:sp>
    </p:spTree>
    <p:extLst>
      <p:ext uri="{BB962C8B-B14F-4D97-AF65-F5344CB8AC3E}">
        <p14:creationId xmlns:p14="http://schemas.microsoft.com/office/powerpoint/2010/main" val="15158333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73F91D-15D2-4FD8-BE56-89DCED7B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Playing a game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9F096AB-5728-4D1B-BF60-F7DEB2A6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Choose a game and a question pack, then press start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53E12518-08E2-4C00-A739-65B97C62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3" y="2381250"/>
            <a:ext cx="1638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FB6E4-500B-4B3F-A741-B27B2429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3" y="25146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EC0CE-E05F-4765-AACC-A0908E0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3" y="285750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Read it aloud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98E921E4-B817-4FE0-9218-B9654C1F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263" y="2981325"/>
            <a:ext cx="1047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2E3E109C-9428-453B-A4F7-7530F5FD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088" y="2381250"/>
            <a:ext cx="1638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7A817-089E-46B3-8982-46858CF1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288" y="25146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Options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4CA63-3F10-4D80-BC19-96DC6A0F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338" y="285750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A to D on screen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D6DA2A7C-1330-45C4-9740-77AA7540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2981325"/>
            <a:ext cx="1047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766672BB-F48A-48D0-A15A-877144E4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263" y="2381250"/>
            <a:ext cx="1638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C861F-F215-418B-BCF8-A4130195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25146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Timer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D7387-746A-43B1-A727-F97CE25D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513" y="285750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20 seconds</a:t>
            </a:r>
          </a:p>
        </p:txBody>
      </p:sp>
      <p:sp>
        <p:nvSpPr>
          <p:cNvPr id="14" name="connector-3">
            <a:extLst xmlns:a="http://schemas.openxmlformats.org/drawingml/2006/main">
              <a:ext uri="{FF2B5EF4-FFF2-40B4-BE49-F238E27FC236}">
                <a16:creationId xmlns:a16="http://schemas.microsoft.com/office/drawing/2014/main" id="{E030B27E-016E-4D66-B65E-34CCD912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613" y="2981325"/>
            <a:ext cx="1047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98F4BDB4-61F3-4D43-BF50-91F241BD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438" y="2381250"/>
            <a:ext cx="1638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EC556-E4F9-42BD-94F9-9A5358AF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25146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60A977-E69E-40C0-8C90-440DA11F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285750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room shouts</a:t>
            </a:r>
          </a:p>
        </p:txBody>
      </p:sp>
      <p:sp>
        <p:nvSpPr>
          <p:cNvPr id="18" name="connector-4">
            <a:extLst xmlns:a="http://schemas.openxmlformats.org/drawingml/2006/main">
              <a:ext uri="{FF2B5EF4-FFF2-40B4-BE49-F238E27FC236}">
                <a16:creationId xmlns:a16="http://schemas.microsoft.com/office/drawing/2014/main" id="{7E215409-1693-43BD-9B43-AD57AD5A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788" y="2981325"/>
            <a:ext cx="1047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9A03E568-243D-4329-8C0B-3F116808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381250"/>
            <a:ext cx="1638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D3545-63B1-4077-92B5-7AC0CBB5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25146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Reveal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C9913B-CDEA-47CF-AF62-81038811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863" y="285750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Correct answer</a:t>
            </a:r>
          </a:p>
        </p:txBody>
      </p:sp>
      <p:sp>
        <p:nvSpPr>
          <p:cNvPr id="22" name="connector-5">
            <a:extLst xmlns:a="http://schemas.openxmlformats.org/drawingml/2006/main">
              <a:ext uri="{FF2B5EF4-FFF2-40B4-BE49-F238E27FC236}">
                <a16:creationId xmlns:a16="http://schemas.microsoft.com/office/drawing/2014/main" id="{815A12E8-5ED7-4F2A-A60E-1FBF5FF4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963" y="2981325"/>
            <a:ext cx="1047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ep-6">
            <a:extLst xmlns:a="http://schemas.openxmlformats.org/drawingml/2006/main">
              <a:ext uri="{FF2B5EF4-FFF2-40B4-BE49-F238E27FC236}">
                <a16:creationId xmlns:a16="http://schemas.microsoft.com/office/drawing/2014/main" id="{694B1505-1035-47BB-BCB4-91DCD25A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2381250"/>
            <a:ext cx="1638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171DA-AC32-4F56-ACF6-74F38756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988" y="25146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Results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B72F7D-9804-458E-9212-9977B80B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038" y="285750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Scores and XP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A7B6E6-445A-4F4E-8273-DE7EF046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room answers out loud. Tap +10 next to whoever got it right, then Next question.</a:t>
            </a:r>
          </a:p>
        </p:txBody>
      </p:sp>
    </p:spTree>
    <p:extLst>
      <p:ext uri="{BB962C8B-B14F-4D97-AF65-F5344CB8AC3E}">
        <p14:creationId xmlns:p14="http://schemas.microsoft.com/office/powerpoint/2010/main" val="1444934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C1C36B-8CC4-481A-A93D-DEC1DAAB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Capturing an idea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B962259-E29C-4B4E-A629-E238BBD2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From anywhere in the app</a:t>
            </a:r>
          </a:p>
        </p:txBody>
      </p:sp>
      <p:sp>
        <p:nvSpPr>
          <p:cNvPr id="3" name="capture-hero">
            <a:extLst xmlns:a="http://schemas.openxmlformats.org/drawingml/2006/main">
              <a:ext uri="{FF2B5EF4-FFF2-40B4-BE49-F238E27FC236}">
                <a16:creationId xmlns:a16="http://schemas.microsoft.com/office/drawing/2014/main" id="{E8761189-6EF6-4235-B705-F70EC7A2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B3715-D69A-4066-B52E-53967CBC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B3451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B3451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B3451F"/>
                </a:solidFill>
                <a:latin typeface="Lato"/>
                <a:ea typeface="Lato"/>
                <a:cs typeface="Lato"/>
              </a:rPr>
              <a:t>+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EA214-E18A-442A-9E6F-3BF629FE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Type one line and save. Everything else can be filled in later.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2E0FE-6E6D-4FA1-9CEF-9289F017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5550"/>
            <a:ext cx="5410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2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Under five seconds, on a phone, without leaving the conversation.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FC67F-C7A8-40FB-A6CC-8447AD90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541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Ideas land in the meeting you are in, and the whole room can see them on the shared screen.</a:t>
            </a:r>
          </a:p>
        </p:txBody>
      </p:sp>
    </p:spTree>
    <p:extLst>
      <p:ext uri="{BB962C8B-B14F-4D97-AF65-F5344CB8AC3E}">
        <p14:creationId xmlns:p14="http://schemas.microsoft.com/office/powerpoint/2010/main" val="11289288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327E5D-4AAF-43E2-9D4B-DDDC3E23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From idea to work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136F19E-6F3C-4E73-A3F8-957F9229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Nothing in Mshikaki appears from nowhere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E2A8B3CA-AC21-4298-A207-44D31B48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238125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55886-7860-4AB5-AE0B-525F80B1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3" y="25146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Session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2779A-5047-4593-B7A9-5DFC8031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8575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Where it was said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4DE6D7D7-52D3-4309-A6DB-120A1B2F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863" y="2990850"/>
            <a:ext cx="390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77D7CFE6-C3F0-438E-92BA-F9F20FE2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38125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B0739-DA31-49CD-A951-49E55477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5146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C54FA-4828-4107-A69C-4BFA6148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8575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What was proposed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CE97E280-2B51-4311-A682-ABDC6503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990850"/>
            <a:ext cx="390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4EBE5E3E-E539-422B-965B-403EBFF5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238125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BDAEB-6945-4306-B9A2-A831067F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6513" y="25146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22302-9447-42E3-9910-FCDF9485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28575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What the team agreed</a:t>
            </a:r>
          </a:p>
        </p:txBody>
      </p:sp>
      <p:sp>
        <p:nvSpPr>
          <p:cNvPr id="14" name="connector-3">
            <a:extLst xmlns:a="http://schemas.openxmlformats.org/drawingml/2006/main">
              <a:ext uri="{FF2B5EF4-FFF2-40B4-BE49-F238E27FC236}">
                <a16:creationId xmlns:a16="http://schemas.microsoft.com/office/drawing/2014/main" id="{4BCC3E1A-675A-48AD-926D-3D5A35AF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613" y="2990850"/>
            <a:ext cx="390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D912552A-0BB4-4474-BCA9-C15F436C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238125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DAE1A-4309-4487-8E89-960A4F40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5146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6D4DC-8EC4-4DBD-B8A0-8C7F29C5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8575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Who is doing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A2FFE-711F-4A0A-8704-75FD6E81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Open any task and tap why it exists to walk back along that line, even months later.</a:t>
            </a:r>
          </a:p>
        </p:txBody>
      </p:sp>
    </p:spTree>
    <p:extLst>
      <p:ext uri="{BB962C8B-B14F-4D97-AF65-F5344CB8AC3E}">
        <p14:creationId xmlns:p14="http://schemas.microsoft.com/office/powerpoint/2010/main" val="4682285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D04FDF-8E40-4B13-886E-658B1C53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Closing the meeting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4BB521C-2B78-4780-B389-D747C7BA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Nobody writes the minutes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C0A20EE6-6FE2-4440-86EC-48F60C87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860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E7C49-E8AF-431C-AAE0-6085461F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193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1. That's a wrap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B22E6-993A-4BC9-B0CF-7580DB3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62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facilitator closes the meeting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8CF11D53-E61B-4D48-AA9D-1898F372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8132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BB477A83-26F6-4B2B-80AD-6CA49C6B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4E7A8-85EB-4C33-BB8A-AB4EB36C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193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2. Mshikaki writes it 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25902-DBED-4554-BDAF-4D877BB2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Ideas, decisions, tasks and who owns them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4E4B2FC5-948F-46CA-BC97-FBCBFA02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8132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E4468008-8920-428B-807C-ED7DFCD9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4241D-627C-41F5-B861-C62B5293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193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3. Share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FF8CA-5541-4A5B-A699-8BDD75C7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Download the minutes, or copy the text for WhatsApp</a:t>
            </a:r>
          </a:p>
        </p:txBody>
      </p:sp>
      <p:sp>
        <p:nvSpPr>
          <p:cNvPr id="14" name="freeze-note">
            <a:extLst xmlns:a="http://schemas.openxmlformats.org/drawingml/2006/main">
              <a:ext uri="{FF2B5EF4-FFF2-40B4-BE49-F238E27FC236}">
                <a16:creationId xmlns:a16="http://schemas.microsoft.com/office/drawing/2014/main" id="{641FB195-6BE1-4F5B-B806-77D4F077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8DF"/>
          </a:solidFill>
          <a:ln xmlns:a="http://schemas.openxmlformats.org/drawingml/2006/main" w="9525">
            <a:solidFill>
              <a:srgbClr val="F7E8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7146D-E103-466F-B3A1-4CFEFA3A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7A2E1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7A2E1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7A2E12"/>
                </a:solidFill>
                <a:latin typeface="Lato"/>
                <a:ea typeface="Lato"/>
                <a:cs typeface="Lato"/>
              </a:rPr>
              <a:t>The minutes are frozen the moment the meeting closes. Regenerating them is a deliberate, recorded action.</a:t>
            </a:r>
          </a:p>
        </p:txBody>
      </p:sp>
    </p:spTree>
    <p:extLst>
      <p:ext uri="{BB962C8B-B14F-4D97-AF65-F5344CB8AC3E}">
        <p14:creationId xmlns:p14="http://schemas.microsoft.com/office/powerpoint/2010/main" val="9867245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259125-73FF-416F-9EC3-C3160A10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Bragging rights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0A09D86-7BEC-41D9-840F-C51FC74A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fun part, and the rules that keep it fun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C2107DF2-D18C-48A5-9B7E-1238C9C4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47900"/>
            <a:ext cx="2457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160BA-9FC8-4804-9F82-63D796A1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812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Play games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226F4-C6C1-4D8D-AC57-50BF4062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241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Points for taking part</a:t>
            </a:r>
          </a:p>
        </p:txBody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6BB494A1-E12E-4ADC-9DE2-0EFC34A0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8479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E41A473C-079C-4E2F-A662-B3E587C7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47900"/>
            <a:ext cx="2457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575BD-3337-45B2-A24C-EE42ED35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812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Capture ideas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DD733-C5A5-4925-8A61-3877DBD3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241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Points for proposing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A8278D47-78C1-43C2-B331-EB6FC4C9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479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4EE546F7-7EC6-4254-A5A1-7B5DC235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47900"/>
            <a:ext cx="2457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F2401-E32E-48FA-B03B-BF0C2F30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812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Finish 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42CA2-3FCB-4C41-B9AC-66BB3598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241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Points for closing work</a:t>
            </a:r>
          </a:p>
        </p:txBody>
      </p:sp>
      <p:sp>
        <p:nvSpPr>
          <p:cNvPr id="14" name="connector-3">
            <a:extLst xmlns:a="http://schemas.openxmlformats.org/drawingml/2006/main">
              <a:ext uri="{FF2B5EF4-FFF2-40B4-BE49-F238E27FC236}">
                <a16:creationId xmlns:a16="http://schemas.microsoft.com/office/drawing/2014/main" id="{571DD344-0817-469F-BD11-D7218861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479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85286376-0A32-44A3-80DA-AEC00A65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47900"/>
            <a:ext cx="2457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E2691-9940-4996-9DAC-513492C8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812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Clear blockers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DED22-1A7A-4308-A379-F5FFB0A8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7241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biggest points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4B473-EC7C-4DFC-A62B-88502FCC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The leaderboard is for fun. It is never used to evaluate anybody.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43A9BB-9B7E-40E7-8536-C78AC439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Anyone can hide themselves from the standings in Team settings. Serious numbers live in Activity.</a:t>
            </a:r>
          </a:p>
        </p:txBody>
      </p:sp>
    </p:spTree>
    <p:extLst>
      <p:ext uri="{BB962C8B-B14F-4D97-AF65-F5344CB8AC3E}">
        <p14:creationId xmlns:p14="http://schemas.microsoft.com/office/powerpoint/2010/main" val="1745637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2026-10-01T05:58:46.7130000Z</dcterms:created>
  <dcterms:modified xsi:type="dcterms:W3CDTF">2026-10-01T05:58:46.7130000Z</dcterms:modified>
</coreProperties>
</file>