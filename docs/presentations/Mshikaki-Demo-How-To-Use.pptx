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50727ba2834c8c" /><Relationship Type="http://schemas.openxmlformats.org/officeDocument/2006/relationships/extended-properties" Target="/docProps/app.xml" Id="R8ad011bfe3dc4b72" /><Relationship Type="http://schemas.openxmlformats.org/officeDocument/2006/relationships/officeDocument" Target="/ppt/presentation.xml" Id="R7e0d2032a34748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44c44734b64470"/>
  </p:sldMasterIdLst>
  <p:notesMasterIdLst>
    <p:notesMasterId xmlns:r="http://schemas.openxmlformats.org/officeDocument/2006/relationships" r:id="R79833225a7b44564"/>
  </p:notesMasterIdLst>
  <p:sldIdLst>
    <p:sldId xmlns:r="http://schemas.openxmlformats.org/officeDocument/2006/relationships" id="256" r:id="R83ea063562fc4219"/>
    <p:sldId xmlns:r="http://schemas.openxmlformats.org/officeDocument/2006/relationships" id="257" r:id="R93e58c1b2dd44438"/>
    <p:sldId xmlns:r="http://schemas.openxmlformats.org/officeDocument/2006/relationships" id="258" r:id="Rc028119a462b41a5"/>
    <p:sldId xmlns:r="http://schemas.openxmlformats.org/officeDocument/2006/relationships" id="259" r:id="Rbb6e711c14fa4c3e"/>
    <p:sldId xmlns:r="http://schemas.openxmlformats.org/officeDocument/2006/relationships" id="260" r:id="R0e67c5534a9c41d7"/>
    <p:sldId xmlns:r="http://schemas.openxmlformats.org/officeDocument/2006/relationships" id="261" r:id="R6b5f2e14c6f44280"/>
    <p:sldId xmlns:r="http://schemas.openxmlformats.org/officeDocument/2006/relationships" id="262" r:id="R0e490fd16e844f34"/>
    <p:sldId xmlns:r="http://schemas.openxmlformats.org/officeDocument/2006/relationships" id="263" r:id="R1986c4653e7f49bc"/>
    <p:sldId xmlns:r="http://schemas.openxmlformats.org/officeDocument/2006/relationships" id="264" r:id="R2d4c995869564435"/>
    <p:sldId xmlns:r="http://schemas.openxmlformats.org/officeDocument/2006/relationships" id="265" r:id="Rd9636903bec94c14"/>
    <p:sldId xmlns:r="http://schemas.openxmlformats.org/officeDocument/2006/relationships" id="266" r:id="R67a6d4400c5b48a8"/>
    <p:sldId xmlns:r="http://schemas.openxmlformats.org/officeDocument/2006/relationships" id="267" r:id="R18c502e65c304d36"/>
    <p:sldId xmlns:r="http://schemas.openxmlformats.org/officeDocument/2006/relationships" id="268" r:id="R00d5e638c96d49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929ccfc45a419f" /><Relationship Type="http://schemas.openxmlformats.org/officeDocument/2006/relationships/slideMaster" Target="/ppt/slideMasters/slideMaster1.xml" Id="R3544c44734b64470" /><Relationship Type="http://schemas.openxmlformats.org/officeDocument/2006/relationships/notesMaster" Target="/ppt/notesMasters/notesMaster1.xml" Id="R79833225a7b44564" /><Relationship Type="http://schemas.openxmlformats.org/officeDocument/2006/relationships/presProps" Target="/ppt/presProps.xml" Id="R2c50d8173b964417" /><Relationship Type="http://schemas.openxmlformats.org/officeDocument/2006/relationships/tableStyles" Target="/ppt/tableStyles.xml" Id="R5b66bbed628f4c5e" /><Relationship Type="http://schemas.openxmlformats.org/officeDocument/2006/relationships/slide" Target="/ppt/slides/slide1.xml" Id="R83ea063562fc4219" /><Relationship Type="http://schemas.openxmlformats.org/officeDocument/2006/relationships/slide" Target="/ppt/slides/slide2.xml" Id="R93e58c1b2dd44438" /><Relationship Type="http://schemas.openxmlformats.org/officeDocument/2006/relationships/slide" Target="/ppt/slides/slide3.xml" Id="Rc028119a462b41a5" /><Relationship Type="http://schemas.openxmlformats.org/officeDocument/2006/relationships/slide" Target="/ppt/slides/slide4.xml" Id="Rbb6e711c14fa4c3e" /><Relationship Type="http://schemas.openxmlformats.org/officeDocument/2006/relationships/slide" Target="/ppt/slides/slide5.xml" Id="R0e67c5534a9c41d7" /><Relationship Type="http://schemas.openxmlformats.org/officeDocument/2006/relationships/slide" Target="/ppt/slides/slide6.xml" Id="R6b5f2e14c6f44280" /><Relationship Type="http://schemas.openxmlformats.org/officeDocument/2006/relationships/slide" Target="/ppt/slides/slide7.xml" Id="R0e490fd16e844f34" /><Relationship Type="http://schemas.openxmlformats.org/officeDocument/2006/relationships/slide" Target="/ppt/slides/slide8.xml" Id="R1986c4653e7f49bc" /><Relationship Type="http://schemas.openxmlformats.org/officeDocument/2006/relationships/slide" Target="/ppt/slides/slide9.xml" Id="R2d4c995869564435" /><Relationship Type="http://schemas.openxmlformats.org/officeDocument/2006/relationships/slide" Target="/ppt/slides/slide10.xml" Id="Rd9636903bec94c14" /><Relationship Type="http://schemas.openxmlformats.org/officeDocument/2006/relationships/slide" Target="/ppt/slides/slide11.xml" Id="R67a6d4400c5b48a8" /><Relationship Type="http://schemas.openxmlformats.org/officeDocument/2006/relationships/slide" Target="/ppt/slides/slide12.xml" Id="R18c502e65c304d36" /><Relationship Type="http://schemas.openxmlformats.org/officeDocument/2006/relationships/slide" Target="/ppt/slides/slide13.xml" Id="R00d5e638c96d49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5731afcb6141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1ca829c9564650" /><Relationship Type="http://schemas.openxmlformats.org/officeDocument/2006/relationships/notesMaster" Target="/ppt/notesMasters/notesMaster1.xml" Id="Rf78ab6ddd2f242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21e972f8ca4c33" /><Relationship Type="http://schemas.openxmlformats.org/officeDocument/2006/relationships/notesMaster" Target="/ppt/notesMasters/notesMaster1.xml" Id="R7a42fda993194f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5668180f7b4e8c" /><Relationship Type="http://schemas.openxmlformats.org/officeDocument/2006/relationships/notesMaster" Target="/ppt/notesMasters/notesMaster1.xml" Id="Rc7b27f643aeb43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27ebb076ec40fe" /><Relationship Type="http://schemas.openxmlformats.org/officeDocument/2006/relationships/notesMaster" Target="/ppt/notesMasters/notesMaster1.xml" Id="R9beb2d03e3d240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8e787552d34a79" /><Relationship Type="http://schemas.openxmlformats.org/officeDocument/2006/relationships/notesMaster" Target="/ppt/notesMasters/notesMaster1.xml" Id="Rf6ef6fbe859e41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43f3b48e344a5f" /><Relationship Type="http://schemas.openxmlformats.org/officeDocument/2006/relationships/notesMaster" Target="/ppt/notesMasters/notesMaster1.xml" Id="R7e6e86172a4a46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71e6e5316848fa" /><Relationship Type="http://schemas.openxmlformats.org/officeDocument/2006/relationships/notesMaster" Target="/ppt/notesMasters/notesMaster1.xml" Id="R3713c571a25c4f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175147f2ec4aa2" /><Relationship Type="http://schemas.openxmlformats.org/officeDocument/2006/relationships/notesMaster" Target="/ppt/notesMasters/notesMaster1.xml" Id="Rd3cdca3127ea41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056f250c6f49b8" /><Relationship Type="http://schemas.openxmlformats.org/officeDocument/2006/relationships/notesMaster" Target="/ppt/notesMasters/notesMaster1.xml" Id="R9fc03d102c3b48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347466ab6c4f4d" /><Relationship Type="http://schemas.openxmlformats.org/officeDocument/2006/relationships/notesMaster" Target="/ppt/notesMasters/notesMaster1.xml" Id="Rb3e02f25024145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16e52ce235450a" /><Relationship Type="http://schemas.openxmlformats.org/officeDocument/2006/relationships/notesMaster" Target="/ppt/notesMasters/notesMaster1.xml" Id="R71ffedd374e546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3946fa55614e66" /><Relationship Type="http://schemas.openxmlformats.org/officeDocument/2006/relationships/notesMaster" Target="/ppt/notesMasters/notesMaster1.xml" Id="R15147880ae8e4f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81f9ad8ffc41a0" /><Relationship Type="http://schemas.openxmlformats.org/officeDocument/2006/relationships/notesMaster" Target="/ppt/notesMasters/notesMaster1.xml" Id="Ra4c6354828434f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84f8b8a4a140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2e68c6476542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49657d678345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3802fa5ec941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7e55259e844ce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b740244ada41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D24DA7-BD02-4D1D-BAE4-B6AC2C0AFA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9D2A6CC-E15B-45AA-86C2-E7CA5B53010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307A3E8-62F7-48F5-B100-C85A49364C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FF58A8-7140-4CD6-9A81-4C474BC030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A7E0C64-BC51-4EC9-9D85-EB8C3C2746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14D612-582D-48A4-B0FB-C1DCD9C5C8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E9484A-EEF2-4BA4-ADFA-A36C9F200A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E59DA5B-040E-4882-87C5-508014D300E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581ECD-0798-4ACB-B5AA-860200EF2E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32F7B9-85B0-456E-93C3-268E21E6D6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35536d7e404a71" /><Relationship Type="http://schemas.openxmlformats.org/officeDocument/2006/relationships/slideLayout" Target="/ppt/slideLayouts/slideLayout1.xml" Id="Raad0fa22707e44e3" /><Relationship Type="http://schemas.openxmlformats.org/officeDocument/2006/relationships/slideLayout" Target="/ppt/slideLayouts/slideLayout2.xml" Id="R75e6da2355fb4ecf" /><Relationship Type="http://schemas.openxmlformats.org/officeDocument/2006/relationships/slideLayout" Target="/ppt/slideLayouts/slideLayout3.xml" Id="Rbb47e56106a4401c" /><Relationship Type="http://schemas.openxmlformats.org/officeDocument/2006/relationships/slideLayout" Target="/ppt/slideLayouts/slideLayout4.xml" Id="Re55ddcb2aa2040bd" /><Relationship Type="http://schemas.openxmlformats.org/officeDocument/2006/relationships/slideLayout" Target="/ppt/slideLayouts/slideLayout5.xml" Id="R3979ac59504d44d8" /><Relationship Type="http://schemas.openxmlformats.org/officeDocument/2006/relationships/slideLayout" Target="/ppt/slideLayouts/slideLayout6.xml" Id="Rf87981e3a99d40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d0fa22707e44e3"/>
    <p:sldLayoutId xmlns:r="http://schemas.openxmlformats.org/officeDocument/2006/relationships" id="2147483650" r:id="R75e6da2355fb4ecf"/>
    <p:sldLayoutId xmlns:r="http://schemas.openxmlformats.org/officeDocument/2006/relationships" id="2147483651" r:id="Rbb47e56106a4401c"/>
    <p:sldLayoutId xmlns:r="http://schemas.openxmlformats.org/officeDocument/2006/relationships" id="2147483652" r:id="Re55ddcb2aa2040bd"/>
    <p:sldLayoutId xmlns:r="http://schemas.openxmlformats.org/officeDocument/2006/relationships" id="2147483653" r:id="R3979ac59504d44d8"/>
    <p:sldLayoutId xmlns:r="http://schemas.openxmlformats.org/officeDocument/2006/relationships" id="2147483654" r:id="Rf87981e3a99d40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a42c82a7a144f7" /><Relationship Type="http://schemas.openxmlformats.org/officeDocument/2006/relationships/notesSlide" Target="/ppt/notesSlides/notesSlide1.xml" Id="Rd0ba019bef9642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f755059316450f" /><Relationship Type="http://schemas.openxmlformats.org/officeDocument/2006/relationships/notesSlide" Target="/ppt/notesSlides/notesSlide2.xml" Id="R581c94b12bb543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60c042208f4105" /><Relationship Type="http://schemas.openxmlformats.org/officeDocument/2006/relationships/notesSlide" Target="/ppt/notesSlides/notesSlide3.xml" Id="R3457fd8183e847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eaae293be84836" /><Relationship Type="http://schemas.openxmlformats.org/officeDocument/2006/relationships/notesSlide" Target="/ppt/notesSlides/notesSlide4.xml" Id="R44a991e766a543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b5ceddff494f63" /><Relationship Type="http://schemas.openxmlformats.org/officeDocument/2006/relationships/notesSlide" Target="/ppt/notesSlides/notesSlide5.xml" Id="R73d6b6fbb3bc4a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c214e28cc24678" /><Relationship Type="http://schemas.openxmlformats.org/officeDocument/2006/relationships/notesSlide" Target="/ppt/notesSlides/notesSlide6.xml" Id="R76144c32878446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2c15832c344b49" /><Relationship Type="http://schemas.openxmlformats.org/officeDocument/2006/relationships/notesSlide" Target="/ppt/notesSlides/notesSlide7.xml" Id="R2501424f5c0e45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47d9f02dc740db" /><Relationship Type="http://schemas.openxmlformats.org/officeDocument/2006/relationships/notesSlide" Target="/ppt/notesSlides/notesSlide8.xml" Id="Ra7651582e03945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9aac6440a348d6" /><Relationship Type="http://schemas.openxmlformats.org/officeDocument/2006/relationships/notesSlide" Target="/ppt/notesSlides/notesSlide9.xml" Id="Rb540cc77514f44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521db867894b7b" /><Relationship Type="http://schemas.openxmlformats.org/officeDocument/2006/relationships/notesSlide" Target="/ppt/notesSlides/notesSlide10.xml" Id="R853b816bcb364f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3a253909774fff" /><Relationship Type="http://schemas.openxmlformats.org/officeDocument/2006/relationships/notesSlide" Target="/ppt/notesSlides/notesSlide11.xml" Id="R8c7fe65b3b7f49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8a14fbd64d450a" /><Relationship Type="http://schemas.openxmlformats.org/officeDocument/2006/relationships/notesSlide" Target="/ppt/notesSlides/notesSlide12.xml" Id="R90f065cc7c5c4f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da90e0ef1e4990" /><Relationship Type="http://schemas.openxmlformats.org/officeDocument/2006/relationships/notesSlide" Target="/ppt/notesSlides/notesSlide13.xml" Id="R9329e73934074c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67D0AC4-6BBB-4CFE-92C1-44CD5FF0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48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48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48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How to use Mshikaki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75C1CBC-5DBC-41F3-9C96-E1A57022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9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One facilitator drives the meeting. Everybody follows.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944CA702-ADAA-47B7-9AA4-05509786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706B979A-9151-4E65-8B9A-0AD94867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0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Innovations ICT</a:t>
            </a:r>
          </a:p>
        </p:txBody>
      </p:sp>
    </p:spTree>
    <p:extLst>
      <p:ext uri="{BB962C8B-B14F-4D97-AF65-F5344CB8AC3E}">
        <p14:creationId xmlns:p14="http://schemas.microsoft.com/office/powerpoint/2010/main" val="10666000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F52992-2A4F-4751-B32B-BA8D985B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The meeting loop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DAB8016-280A-491C-A49A-BEFB9F85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Every screen in Mshikaki serves one of these steps</a:t>
            </a:r>
          </a:p>
        </p:txBody>
      </p:sp>
      <p:sp>
        <p:nvSpPr>
          <p:cNvPr id="3" name="step-1">
            <a:extLst xmlns:a="http://schemas.openxmlformats.org/drawingml/2006/main">
              <a:ext uri="{FF2B5EF4-FFF2-40B4-BE49-F238E27FC236}">
                <a16:creationId xmlns:a16="http://schemas.microsoft.com/office/drawing/2014/main" id="{03665FC7-17A9-45FA-92E2-C83F41F5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81300"/>
            <a:ext cx="12573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B3451F"/>
          </a:solidFill>
          <a:ln xmlns:a="http://schemas.openxmlformats.org/drawingml/2006/main" w="9525">
            <a:solidFill>
              <a:srgbClr val="B345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BA16D-20D9-4499-999A-5E59CD6C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146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Play</a:t>
            </a:r>
          </a:p>
        </p:txBody>
      </p:sp>
      <p:sp>
        <p:nvSpPr>
          <p:cNvPr id="5" name="connector-1">
            <a:extLst xmlns:a="http://schemas.openxmlformats.org/drawingml/2006/main">
              <a:ext uri="{FF2B5EF4-FFF2-40B4-BE49-F238E27FC236}">
                <a16:creationId xmlns:a16="http://schemas.microsoft.com/office/drawing/2014/main" id="{935A95D1-BF27-4882-AAA8-CB8B0410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76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2EAD8C20-EE79-4958-8C4D-3F2F407E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781300"/>
            <a:ext cx="12573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FB143-137B-429A-B1BB-32129642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9146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Connect</a:t>
            </a:r>
          </a:p>
        </p:txBody>
      </p:sp>
      <p:sp>
        <p:nvSpPr>
          <p:cNvPr id="8" name="connector-2">
            <a:extLst xmlns:a="http://schemas.openxmlformats.org/drawingml/2006/main">
              <a:ext uri="{FF2B5EF4-FFF2-40B4-BE49-F238E27FC236}">
                <a16:creationId xmlns:a16="http://schemas.microsoft.com/office/drawing/2014/main" id="{86CB87C2-63B6-41CE-8508-D7A446C1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276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DD28512D-0262-4516-8B46-B47D5C39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12573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48AA5-E56A-49DA-841D-414937EA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9146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Think</a:t>
            </a:r>
          </a:p>
        </p:txBody>
      </p:sp>
      <p:sp>
        <p:nvSpPr>
          <p:cNvPr id="11" name="connector-3">
            <a:extLst xmlns:a="http://schemas.openxmlformats.org/drawingml/2006/main">
              <a:ext uri="{FF2B5EF4-FFF2-40B4-BE49-F238E27FC236}">
                <a16:creationId xmlns:a16="http://schemas.microsoft.com/office/drawing/2014/main" id="{8F75C781-F615-4AC8-A4AB-46C3ABFA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76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4">
            <a:extLst xmlns:a="http://schemas.openxmlformats.org/drawingml/2006/main">
              <a:ext uri="{FF2B5EF4-FFF2-40B4-BE49-F238E27FC236}">
                <a16:creationId xmlns:a16="http://schemas.microsoft.com/office/drawing/2014/main" id="{32282CA9-CC77-49E0-8E13-83D29334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781300"/>
            <a:ext cx="12573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82AC0-F9E6-4754-BAAA-BACEFA29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9146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Discuss</a:t>
            </a:r>
          </a:p>
        </p:txBody>
      </p:sp>
      <p:sp>
        <p:nvSpPr>
          <p:cNvPr id="14" name="connector-4">
            <a:extLst xmlns:a="http://schemas.openxmlformats.org/drawingml/2006/main">
              <a:ext uri="{FF2B5EF4-FFF2-40B4-BE49-F238E27FC236}">
                <a16:creationId xmlns:a16="http://schemas.microsoft.com/office/drawing/2014/main" id="{D8A2A49B-A228-47F6-8119-8ECB974C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276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5">
            <a:extLst xmlns:a="http://schemas.openxmlformats.org/drawingml/2006/main">
              <a:ext uri="{FF2B5EF4-FFF2-40B4-BE49-F238E27FC236}">
                <a16:creationId xmlns:a16="http://schemas.microsoft.com/office/drawing/2014/main" id="{D00C1C0C-ABB3-496E-AD68-926A0735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81300"/>
            <a:ext cx="12573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F2B91-8451-4F86-A0ED-300A5F0C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9146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Decide</a:t>
            </a:r>
          </a:p>
        </p:txBody>
      </p:sp>
      <p:sp>
        <p:nvSpPr>
          <p:cNvPr id="17" name="connector-5">
            <a:extLst xmlns:a="http://schemas.openxmlformats.org/drawingml/2006/main">
              <a:ext uri="{FF2B5EF4-FFF2-40B4-BE49-F238E27FC236}">
                <a16:creationId xmlns:a16="http://schemas.microsoft.com/office/drawing/2014/main" id="{FA624EAD-0EDF-4001-AD55-C9D36640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276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-6">
            <a:extLst xmlns:a="http://schemas.openxmlformats.org/drawingml/2006/main">
              <a:ext uri="{FF2B5EF4-FFF2-40B4-BE49-F238E27FC236}">
                <a16:creationId xmlns:a16="http://schemas.microsoft.com/office/drawing/2014/main" id="{985F094B-6D85-41FF-88E0-413AF62D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781300"/>
            <a:ext cx="12573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7A7AEE-78A5-40B4-A613-CB237995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146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Assign</a:t>
            </a:r>
          </a:p>
        </p:txBody>
      </p:sp>
      <p:sp>
        <p:nvSpPr>
          <p:cNvPr id="20" name="connector-6">
            <a:extLst xmlns:a="http://schemas.openxmlformats.org/drawingml/2006/main">
              <a:ext uri="{FF2B5EF4-FFF2-40B4-BE49-F238E27FC236}">
                <a16:creationId xmlns:a16="http://schemas.microsoft.com/office/drawing/2014/main" id="{B82CB6B1-55FD-4B64-B913-DF285F1D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276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ep-7">
            <a:extLst xmlns:a="http://schemas.openxmlformats.org/drawingml/2006/main">
              <a:ext uri="{FF2B5EF4-FFF2-40B4-BE49-F238E27FC236}">
                <a16:creationId xmlns:a16="http://schemas.microsoft.com/office/drawing/2014/main" id="{4CA38B0B-4075-404A-A759-BE3CAE12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781300"/>
            <a:ext cx="12573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91F4D7-371B-4D6B-9CE9-81989318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9146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Do</a:t>
            </a:r>
          </a:p>
        </p:txBody>
      </p:sp>
      <p:sp>
        <p:nvSpPr>
          <p:cNvPr id="23" name="connector-7">
            <a:extLst xmlns:a="http://schemas.openxmlformats.org/drawingml/2006/main">
              <a:ext uri="{FF2B5EF4-FFF2-40B4-BE49-F238E27FC236}">
                <a16:creationId xmlns:a16="http://schemas.microsoft.com/office/drawing/2014/main" id="{02DADA87-9A45-490E-8A0A-26A58935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276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tep-8">
            <a:extLst xmlns:a="http://schemas.openxmlformats.org/drawingml/2006/main">
              <a:ext uri="{FF2B5EF4-FFF2-40B4-BE49-F238E27FC236}">
                <a16:creationId xmlns:a16="http://schemas.microsoft.com/office/drawing/2014/main" id="{4E449AA3-5D49-4DB7-BD4B-28BA2D0B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781300"/>
            <a:ext cx="12573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865F26-6EF2-488C-ACF6-9E6E3D32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9146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Record</a:t>
            </a:r>
          </a:p>
        </p:txBody>
      </p:sp>
      <p:sp>
        <p:nvSpPr>
          <p:cNvPr id="26" name="loop-note">
            <a:extLst xmlns:a="http://schemas.openxmlformats.org/drawingml/2006/main">
              <a:ext uri="{FF2B5EF4-FFF2-40B4-BE49-F238E27FC236}">
                <a16:creationId xmlns:a16="http://schemas.microsoft.com/office/drawing/2014/main" id="{A40E02B2-AAE3-40E4-A515-456F295A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The app never asks you to learn these words. It walks you through them.</a:t>
            </a:r>
          </a:p>
        </p:txBody>
      </p:sp>
    </p:spTree>
    <p:extLst>
      <p:ext uri="{BB962C8B-B14F-4D97-AF65-F5344CB8AC3E}">
        <p14:creationId xmlns:p14="http://schemas.microsoft.com/office/powerpoint/2010/main" val="2449968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3C9FEF-188A-460E-9228-0CD8B0FC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Getting in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B197CF3-445D-4C17-822E-4C05CD7E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Scan the code on the screen, or open the link a colleague shared</a:t>
            </a:r>
          </a:p>
        </p:txBody>
      </p:sp>
      <p:sp>
        <p:nvSpPr>
          <p:cNvPr id="3" name="step-1">
            <a:extLst xmlns:a="http://schemas.openxmlformats.org/drawingml/2006/main">
              <a:ext uri="{FF2B5EF4-FFF2-40B4-BE49-F238E27FC236}">
                <a16:creationId xmlns:a16="http://schemas.microsoft.com/office/drawing/2014/main" id="{8DF4716B-588A-424B-90F5-89717578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527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1E8DE-98AB-4E31-B1BB-D625A3CB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860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1. Scan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1873F-E6FB-4068-A7D8-230C8957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4800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Point your phone camera at the code on the projector</a:t>
            </a:r>
          </a:p>
        </p:txBody>
      </p:sp>
      <p:sp>
        <p:nvSpPr>
          <p:cNvPr id="6" name="connector-1">
            <a:extLst xmlns:a="http://schemas.openxmlformats.org/drawingml/2006/main">
              <a:ext uri="{FF2B5EF4-FFF2-40B4-BE49-F238E27FC236}">
                <a16:creationId xmlns:a16="http://schemas.microsoft.com/office/drawing/2014/main" id="{EEDD78DD-2964-44C9-8E99-8A3A7B49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38500"/>
            <a:ext cx="19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A92C78C7-479B-4457-A565-C85861AC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FC9AF-E8F5-442E-B96A-EA4BE2DD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860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2. Enter your details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E6387-89CD-4941-B0EA-FE67A8CC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Your name, your work email, and a password</a:t>
            </a:r>
          </a:p>
        </p:txBody>
      </p:sp>
      <p:sp>
        <p:nvSpPr>
          <p:cNvPr id="10" name="connector-2">
            <a:extLst xmlns:a="http://schemas.openxmlformats.org/drawingml/2006/main">
              <a:ext uri="{FF2B5EF4-FFF2-40B4-BE49-F238E27FC236}">
                <a16:creationId xmlns:a16="http://schemas.microsoft.com/office/drawing/2014/main" id="{BD4507B2-EA47-4404-BE87-B289E8AB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38500"/>
            <a:ext cx="19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54836915-A89A-493F-A512-0BC8E8F5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527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44B73-2C7B-4E19-BDE6-10BFB400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3. You are 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AA745D-6851-4C84-89C4-7D43B3DF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4800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In the meeting, on the stage the room is on</a:t>
            </a:r>
          </a:p>
        </p:txBody>
      </p:sp>
      <p:sp>
        <p:nvSpPr>
          <p:cNvPr id="14" name="join-note">
            <a:extLst xmlns:a="http://schemas.openxmlformats.org/drawingml/2006/main">
              <a:ext uri="{FF2B5EF4-FFF2-40B4-BE49-F238E27FC236}">
                <a16:creationId xmlns:a16="http://schemas.microsoft.com/office/drawing/2014/main" id="{5944E99A-A8DE-413D-819A-2C596E92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EDE9"/>
          </a:solidFill>
          <a:ln xmlns:a="http://schemas.openxmlformats.org/drawingml/2006/main" w="9525">
            <a:solidFill>
              <a:srgbClr val="DCED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0482DB-A614-4F20-85B2-A2C948FD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036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0">
                <a:solidFill>
                  <a:srgbClr val="0B4F4A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0B4F4A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0B4F4A"/>
                </a:solidFill>
                <a:latin typeface="Lato"/>
                <a:ea typeface="Lato"/>
                <a:cs typeface="Lato"/>
              </a:rPr>
              <a:t>Use your work email address. That account is what lets you capture ideas, take tasks and appear in the games.</a:t>
            </a:r>
          </a:p>
        </p:txBody>
      </p:sp>
    </p:spTree>
    <p:extLst>
      <p:ext uri="{BB962C8B-B14F-4D97-AF65-F5344CB8AC3E}">
        <p14:creationId xmlns:p14="http://schemas.microsoft.com/office/powerpoint/2010/main" val="20986763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57A6FA-627C-4469-9484-7E0A924F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The code on the projector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911FA28-B4E6-433B-9E5B-4D413D63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The facilitator makes it once, then shows it big</a:t>
            </a:r>
          </a:p>
        </p:txBody>
      </p:sp>
      <p:sp>
        <p:nvSpPr>
          <p:cNvPr id="3" name="step-1">
            <a:extLst xmlns:a="http://schemas.openxmlformats.org/drawingml/2006/main">
              <a:ext uri="{FF2B5EF4-FFF2-40B4-BE49-F238E27FC236}">
                <a16:creationId xmlns:a16="http://schemas.microsoft.com/office/drawing/2014/main" id="{7BB2733A-3238-47D4-BED1-F9E0C946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527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0D937-AEA2-4F34-BB56-EE0AAED2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860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1. Team page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BA9A9-D129-4952-A952-D134AB19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4800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Create an invite code for the room</a:t>
            </a:r>
          </a:p>
        </p:txBody>
      </p:sp>
      <p:sp>
        <p:nvSpPr>
          <p:cNvPr id="6" name="connector-1">
            <a:extLst xmlns:a="http://schemas.openxmlformats.org/drawingml/2006/main">
              <a:ext uri="{FF2B5EF4-FFF2-40B4-BE49-F238E27FC236}">
                <a16:creationId xmlns:a16="http://schemas.microsoft.com/office/drawing/2014/main" id="{A6F7E15C-BEF7-4AD3-991F-364C890E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38500"/>
            <a:ext cx="19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53EBB246-6384-4059-A246-030176D2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837E1-0EE4-4B3A-8D08-241C37DF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860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2. Show big for the room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FFF70-A41B-48D2-B617-1621D482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One large code fills the screen</a:t>
            </a:r>
          </a:p>
        </p:txBody>
      </p:sp>
      <p:sp>
        <p:nvSpPr>
          <p:cNvPr id="10" name="connector-2">
            <a:extLst xmlns:a="http://schemas.openxmlformats.org/drawingml/2006/main">
              <a:ext uri="{FF2B5EF4-FFF2-40B4-BE49-F238E27FC236}">
                <a16:creationId xmlns:a16="http://schemas.microsoft.com/office/drawing/2014/main" id="{901D1937-4568-468F-8743-DAB39133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38500"/>
            <a:ext cx="19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00B43658-A96E-4DAF-95F1-DB3D0173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527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EA293-DA86-44C9-924A-C5EECC0F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3. Closes itself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47128-597A-4FD5-8889-6FC10F51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4800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Press Escape or click away, nothing else is disturbed</a:t>
            </a:r>
          </a:p>
        </p:txBody>
      </p:sp>
      <p:sp>
        <p:nvSpPr>
          <p:cNvPr id="14" name="qr-note">
            <a:extLst xmlns:a="http://schemas.openxmlformats.org/drawingml/2006/main">
              <a:ext uri="{FF2B5EF4-FFF2-40B4-BE49-F238E27FC236}">
                <a16:creationId xmlns:a16="http://schemas.microsoft.com/office/drawing/2014/main" id="{8EC1FBFA-1B7F-4389-BD53-76643720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The code stays the same all meeting, so latecomers scan the same one.</a:t>
            </a:r>
          </a:p>
        </p:txBody>
      </p:sp>
    </p:spTree>
    <p:extLst>
      <p:ext uri="{BB962C8B-B14F-4D97-AF65-F5344CB8AC3E}">
        <p14:creationId xmlns:p14="http://schemas.microsoft.com/office/powerpoint/2010/main" val="18508390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ABCBFC-A30B-4A13-B087-94DE2CA6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Everyone follows the facilitator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16BAAAB-1789-465B-9175-EF8FED79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The stage lives on the meeting, not on one person's laptop</a:t>
            </a:r>
          </a:p>
        </p:txBody>
      </p:sp>
      <p:sp>
        <p:nvSpPr>
          <p:cNvPr id="3" name="step-1">
            <a:extLst xmlns:a="http://schemas.openxmlformats.org/drawingml/2006/main">
              <a:ext uri="{FF2B5EF4-FFF2-40B4-BE49-F238E27FC236}">
                <a16:creationId xmlns:a16="http://schemas.microsoft.com/office/drawing/2014/main" id="{E74D0172-4C69-44FD-915D-99AAAA62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3" y="25527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378E6-E09E-41B9-8C98-76712060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3" y="26860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Facilitator moves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DF119-61E0-4C53-A586-CF772C20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304800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Play, think, decide, assign, wrap</a:t>
            </a:r>
          </a:p>
        </p:txBody>
      </p:sp>
      <p:sp>
        <p:nvSpPr>
          <p:cNvPr id="6" name="connector-1">
            <a:extLst xmlns:a="http://schemas.openxmlformats.org/drawingml/2006/main">
              <a:ext uri="{FF2B5EF4-FFF2-40B4-BE49-F238E27FC236}">
                <a16:creationId xmlns:a16="http://schemas.microsoft.com/office/drawing/2014/main" id="{753B64AE-8D1F-4C2F-8672-4B0C8BA2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863" y="3190875"/>
            <a:ext cx="3905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FAC6B3B7-F1CD-4351-995E-AAB69416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5527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246F7-626F-4FEE-A9D9-47EC78F4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6860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The room follows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5D9F1-EBA2-4E1D-A7FB-62C1E62F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304800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Every phone lands on the same stage</a:t>
            </a:r>
          </a:p>
        </p:txBody>
      </p:sp>
      <p:sp>
        <p:nvSpPr>
          <p:cNvPr id="10" name="connector-2">
            <a:extLst xmlns:a="http://schemas.openxmlformats.org/drawingml/2006/main">
              <a:ext uri="{FF2B5EF4-FFF2-40B4-BE49-F238E27FC236}">
                <a16:creationId xmlns:a16="http://schemas.microsoft.com/office/drawing/2014/main" id="{8E13C8B4-F4A5-493B-9674-16AA13E5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3190875"/>
            <a:ext cx="3905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0D412F36-32B7-448D-BFE9-C8878320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25527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D8795-7346-4BB6-9A9F-88706257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6513" y="26860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Latecomers arrive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2D222-1724-42AC-BAAB-0E8F65EC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563" y="304800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Scanning the code drops them in the current stage</a:t>
            </a:r>
          </a:p>
        </p:txBody>
      </p:sp>
      <p:sp>
        <p:nvSpPr>
          <p:cNvPr id="14" name="connector-3">
            <a:extLst xmlns:a="http://schemas.openxmlformats.org/drawingml/2006/main">
              <a:ext uri="{FF2B5EF4-FFF2-40B4-BE49-F238E27FC236}">
                <a16:creationId xmlns:a16="http://schemas.microsoft.com/office/drawing/2014/main" id="{AA449F92-5ECC-43A4-9427-3FA9AF84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0613" y="3190875"/>
            <a:ext cx="3905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4">
            <a:extLst xmlns:a="http://schemas.openxmlformats.org/drawingml/2006/main">
              <a:ext uri="{FF2B5EF4-FFF2-40B4-BE49-F238E27FC236}">
                <a16:creationId xmlns:a16="http://schemas.microsoft.com/office/drawing/2014/main" id="{9607007C-4C28-4633-89C5-6BAEB073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25527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9DCB1-A82D-4A5C-A3E3-C96DDDF9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26860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That's a wrap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44DE61-9BE2-415F-9620-EA23B798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304800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Everyone is released back to normal Mshikaki</a:t>
            </a:r>
          </a:p>
        </p:txBody>
      </p:sp>
      <p:sp>
        <p:nvSpPr>
          <p:cNvPr id="18" name="sync-note">
            <a:extLst xmlns:a="http://schemas.openxmlformats.org/drawingml/2006/main">
              <a:ext uri="{FF2B5EF4-FFF2-40B4-BE49-F238E27FC236}">
                <a16:creationId xmlns:a16="http://schemas.microsoft.com/office/drawing/2014/main" id="{E4B6B468-6CD6-4AEE-98D4-77C18A40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20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EDE9"/>
          </a:solidFill>
          <a:ln xmlns:a="http://schemas.openxmlformats.org/drawingml/2006/main" w="9525">
            <a:solidFill>
              <a:srgbClr val="DCED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45C66B-9605-4CCB-808C-4E9D4AFE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036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0">
                <a:solidFill>
                  <a:srgbClr val="0B4F4A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0B4F4A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0B4F4A"/>
                </a:solidFill>
                <a:latin typeface="Lato"/>
                <a:ea typeface="Lato"/>
                <a:cs typeface="Lato"/>
              </a:rPr>
              <a:t>Participants see the meeting without the controls that advance it, and can still capture ideas from their phones.</a:t>
            </a:r>
          </a:p>
        </p:txBody>
      </p:sp>
    </p:spTree>
    <p:extLst>
      <p:ext uri="{BB962C8B-B14F-4D97-AF65-F5344CB8AC3E}">
        <p14:creationId xmlns:p14="http://schemas.microsoft.com/office/powerpoint/2010/main" val="16258234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AF1088-603D-4532-9419-0045F7F7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Today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31C7977-B506-40E1-A2ED-60265665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Three questions, answered on one screen</a:t>
            </a:r>
          </a:p>
        </p:txBody>
      </p:sp>
      <p:sp>
        <p:nvSpPr>
          <p:cNvPr id="3" name="step-1">
            <a:extLst xmlns:a="http://schemas.openxmlformats.org/drawingml/2006/main">
              <a:ext uri="{FF2B5EF4-FFF2-40B4-BE49-F238E27FC236}">
                <a16:creationId xmlns:a16="http://schemas.microsoft.com/office/drawing/2014/main" id="{61083682-BA3B-4108-819E-8D00E7D2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32766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8CB6B-F098-4686-B679-01BD9F14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What is happening?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DDC45-B525-4906-9B20-6C16CF5D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3086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Your next meeting, with one button to start it</a:t>
            </a:r>
          </a:p>
        </p:txBody>
      </p:sp>
      <p:sp>
        <p:nvSpPr>
          <p:cNvPr id="6" name="connector-1">
            <a:extLst xmlns:a="http://schemas.openxmlformats.org/drawingml/2006/main">
              <a:ext uri="{FF2B5EF4-FFF2-40B4-BE49-F238E27FC236}">
                <a16:creationId xmlns:a16="http://schemas.microsoft.com/office/drawing/2014/main" id="{6ADCE370-1FEE-4DC1-908F-8322EAF0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3375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7B6AE2FB-AFA9-42CB-ACB6-A98F7641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52700"/>
            <a:ext cx="32766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A72C0-FA03-4F20-BCC7-C85320FF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860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What do I need to do?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E5838-5EA5-4584-AA23-4F26090B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48000"/>
            <a:ext cx="3086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The work waiting for you, and anything blocked</a:t>
            </a:r>
          </a:p>
        </p:txBody>
      </p:sp>
      <p:sp>
        <p:nvSpPr>
          <p:cNvPr id="10" name="connector-2">
            <a:extLst xmlns:a="http://schemas.openxmlformats.org/drawingml/2006/main">
              <a:ext uri="{FF2B5EF4-FFF2-40B4-BE49-F238E27FC236}">
                <a16:creationId xmlns:a16="http://schemas.microsoft.com/office/drawing/2014/main" id="{B36846E7-6A05-4730-9D7C-0F80C7AC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3375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E5517659-0714-49CD-85B9-7E1DDF7E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52700"/>
            <a:ext cx="32766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949CF-757F-4622-AD92-78ED8B53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860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What happened recently?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F52E97-285B-4ADB-B2E7-7A1D5BFE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3086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The last meeting and what it produced</a:t>
            </a:r>
          </a:p>
        </p:txBody>
      </p:sp>
      <p:sp>
        <p:nvSpPr>
          <p:cNvPr id="14" name="today-note">
            <a:extLst xmlns:a="http://schemas.openxmlformats.org/drawingml/2006/main">
              <a:ext uri="{FF2B5EF4-FFF2-40B4-BE49-F238E27FC236}">
                <a16:creationId xmlns:a16="http://schemas.microsoft.com/office/drawing/2014/main" id="{9B68FBD1-A7C2-4E07-BE8A-47A1E9CC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When a meeting is running, Today shows it at the top, so nobody has to hunt for it.</a:t>
            </a:r>
          </a:p>
        </p:txBody>
      </p:sp>
    </p:spTree>
    <p:extLst>
      <p:ext uri="{BB962C8B-B14F-4D97-AF65-F5344CB8AC3E}">
        <p14:creationId xmlns:p14="http://schemas.microsoft.com/office/powerpoint/2010/main" val="206584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BF7EE7-EB6B-419F-A894-E1C55ED2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Planning a meeting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D899B04-607D-4491-8A1D-CBC91A50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Four things, then you are done</a:t>
            </a:r>
          </a:p>
        </p:txBody>
      </p:sp>
      <p:sp>
        <p:nvSpPr>
          <p:cNvPr id="3" name="step-1">
            <a:extLst xmlns:a="http://schemas.openxmlformats.org/drawingml/2006/main">
              <a:ext uri="{FF2B5EF4-FFF2-40B4-BE49-F238E27FC236}">
                <a16:creationId xmlns:a16="http://schemas.microsoft.com/office/drawing/2014/main" id="{B24101F4-5A61-47EA-A6C7-A76D3C8B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28900"/>
            <a:ext cx="24574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7879A-D62F-4E6A-9FC1-FB1A9D49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622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Title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4E56E-A02C-4F6B-BC7D-5FEAE12E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124200"/>
            <a:ext cx="226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Mshikaki numbers it for you</a:t>
            </a:r>
          </a:p>
        </p:txBody>
      </p:sp>
      <p:sp>
        <p:nvSpPr>
          <p:cNvPr id="6" name="connector-1">
            <a:extLst xmlns:a="http://schemas.openxmlformats.org/drawingml/2006/main">
              <a:ext uri="{FF2B5EF4-FFF2-40B4-BE49-F238E27FC236}">
                <a16:creationId xmlns:a16="http://schemas.microsoft.com/office/drawing/2014/main" id="{8FA9B8E6-EEC6-439B-AA52-FA99C13D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6707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4D46C721-4339-4191-9FE7-DD3C1C24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628900"/>
            <a:ext cx="24574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763F6-AA70-47B3-98C4-90D66797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622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Date and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5BE7D-01E4-4542-B802-BD225A40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124200"/>
            <a:ext cx="226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When the room is free</a:t>
            </a:r>
          </a:p>
        </p:txBody>
      </p:sp>
      <p:sp>
        <p:nvSpPr>
          <p:cNvPr id="10" name="connector-2">
            <a:extLst xmlns:a="http://schemas.openxmlformats.org/drawingml/2006/main">
              <a:ext uri="{FF2B5EF4-FFF2-40B4-BE49-F238E27FC236}">
                <a16:creationId xmlns:a16="http://schemas.microsoft.com/office/drawing/2014/main" id="{5FB0C21D-6755-4034-AB7C-11A93501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26707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FE661672-191C-47C7-9C3A-5DFB4A0F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628900"/>
            <a:ext cx="24574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A5DBA8-D42F-47E0-B267-CBB1CF39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7622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Place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44BEC-73A4-4ED5-A6BB-A4A2A807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124200"/>
            <a:ext cx="226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Boardroom, or online</a:t>
            </a:r>
          </a:p>
        </p:txBody>
      </p:sp>
      <p:sp>
        <p:nvSpPr>
          <p:cNvPr id="14" name="connector-3">
            <a:extLst xmlns:a="http://schemas.openxmlformats.org/drawingml/2006/main">
              <a:ext uri="{FF2B5EF4-FFF2-40B4-BE49-F238E27FC236}">
                <a16:creationId xmlns:a16="http://schemas.microsoft.com/office/drawing/2014/main" id="{8AA8A15D-DB51-4DC5-BD71-E2768893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26707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4">
            <a:extLst xmlns:a="http://schemas.openxmlformats.org/drawingml/2006/main">
              <a:ext uri="{FF2B5EF4-FFF2-40B4-BE49-F238E27FC236}">
                <a16:creationId xmlns:a16="http://schemas.microsoft.com/office/drawing/2014/main" id="{DD0C783E-D8D7-4DDE-AE22-FF8B72F3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28900"/>
            <a:ext cx="24574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F4E4C-7CBE-4A85-88F8-E7AAFEB4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622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Agenda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04980-6E80-4F6F-B848-20DB3522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124200"/>
            <a:ext cx="226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One item per line</a:t>
            </a:r>
          </a:p>
        </p:txBody>
      </p:sp>
      <p:sp>
        <p:nvSpPr>
          <p:cNvPr id="18" name="plan-note">
            <a:extLst xmlns:a="http://schemas.openxmlformats.org/drawingml/2006/main">
              <a:ext uri="{FF2B5EF4-FFF2-40B4-BE49-F238E27FC236}">
                <a16:creationId xmlns:a16="http://schemas.microsoft.com/office/drawing/2014/main" id="{EFE5F1DD-FA7C-4C3D-B194-CFFF94A5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If the meeting is not going ahead, cancel it and the reason goes in the record.</a:t>
            </a:r>
          </a:p>
        </p:txBody>
      </p:sp>
    </p:spTree>
    <p:extLst>
      <p:ext uri="{BB962C8B-B14F-4D97-AF65-F5344CB8AC3E}">
        <p14:creationId xmlns:p14="http://schemas.microsoft.com/office/powerpoint/2010/main" val="19906660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06A0AB-8208-48D2-8FF7-1ABFA2D5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Running a meeting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5790F5B-5975-42D9-A854-6F356D79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One action per screen, and the room follows</a:t>
            </a:r>
          </a:p>
        </p:txBody>
      </p:sp>
      <p:sp>
        <p:nvSpPr>
          <p:cNvPr id="3" name="step-1">
            <a:extLst xmlns:a="http://schemas.openxmlformats.org/drawingml/2006/main">
              <a:ext uri="{FF2B5EF4-FFF2-40B4-BE49-F238E27FC236}">
                <a16:creationId xmlns:a16="http://schemas.microsoft.com/office/drawing/2014/main" id="{9D4A08C3-B339-4DEF-9D59-2127AC9B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0193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B3451F"/>
          </a:solidFill>
          <a:ln xmlns:a="http://schemas.openxmlformats.org/drawingml/2006/main" w="9525">
            <a:solidFill>
              <a:srgbClr val="B345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17336-A81D-4E8E-9B8C-D62604E3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Let's 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07A87-D2DD-4AD3-9063-147E8EB1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F7E8D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F7E8DF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F7E8DF"/>
                </a:solidFill>
                <a:latin typeface="Lato"/>
                <a:ea typeface="Lato"/>
                <a:cs typeface="Lato"/>
              </a:rPr>
              <a:t>Warm the room up</a:t>
            </a:r>
          </a:p>
        </p:txBody>
      </p:sp>
      <p:sp>
        <p:nvSpPr>
          <p:cNvPr id="6" name="connector-1">
            <a:extLst xmlns:a="http://schemas.openxmlformats.org/drawingml/2006/main">
              <a:ext uri="{FF2B5EF4-FFF2-40B4-BE49-F238E27FC236}">
                <a16:creationId xmlns:a16="http://schemas.microsoft.com/office/drawing/2014/main" id="{CDB98917-657F-4FA3-B786-191265B1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43275"/>
            <a:ext cx="142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260560CB-C9B9-44DD-B432-AB119545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705100"/>
            <a:ext cx="20193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4819C-4ED6-47EE-A4A5-E4E18F02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8384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What are we thinking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94A58-ADFC-477D-AD33-29E2107E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2004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Capture ideas fast</a:t>
            </a:r>
          </a:p>
        </p:txBody>
      </p:sp>
      <p:sp>
        <p:nvSpPr>
          <p:cNvPr id="10" name="connector-2">
            <a:extLst xmlns:a="http://schemas.openxmlformats.org/drawingml/2006/main">
              <a:ext uri="{FF2B5EF4-FFF2-40B4-BE49-F238E27FC236}">
                <a16:creationId xmlns:a16="http://schemas.microsoft.com/office/drawing/2014/main" id="{C3AAB287-67E2-4509-B3FB-7F7CA1E2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343275"/>
            <a:ext cx="142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9FB96212-F40C-402F-BD70-D0EF192C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05100"/>
            <a:ext cx="20193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8C5BB-B81C-4682-8229-885D2526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384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What did we decide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B74BD-2CE1-4804-9A29-391933CA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004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Record the agreement</a:t>
            </a:r>
          </a:p>
        </p:txBody>
      </p:sp>
      <p:sp>
        <p:nvSpPr>
          <p:cNvPr id="14" name="connector-3">
            <a:extLst xmlns:a="http://schemas.openxmlformats.org/drawingml/2006/main">
              <a:ext uri="{FF2B5EF4-FFF2-40B4-BE49-F238E27FC236}">
                <a16:creationId xmlns:a16="http://schemas.microsoft.com/office/drawing/2014/main" id="{951C68A8-2114-42CF-8E93-671AA79A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43275"/>
            <a:ext cx="142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4">
            <a:extLst xmlns:a="http://schemas.openxmlformats.org/drawingml/2006/main">
              <a:ext uri="{FF2B5EF4-FFF2-40B4-BE49-F238E27FC236}">
                <a16:creationId xmlns:a16="http://schemas.microsoft.com/office/drawing/2014/main" id="{4F0FA407-18B0-45C7-8B73-6433FBC4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05100"/>
            <a:ext cx="20193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70A7CD-8C65-4716-B49A-923A008F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8384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Who's got this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7D4C80-A7B4-43C0-82E7-CB5C691C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004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Name one owner</a:t>
            </a:r>
          </a:p>
        </p:txBody>
      </p:sp>
      <p:sp>
        <p:nvSpPr>
          <p:cNvPr id="18" name="connector-4">
            <a:extLst xmlns:a="http://schemas.openxmlformats.org/drawingml/2006/main">
              <a:ext uri="{FF2B5EF4-FFF2-40B4-BE49-F238E27FC236}">
                <a16:creationId xmlns:a16="http://schemas.microsoft.com/office/drawing/2014/main" id="{99ACEB4D-E952-4BA1-B5A9-7D797E4B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343275"/>
            <a:ext cx="142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p-5">
            <a:extLst xmlns:a="http://schemas.openxmlformats.org/drawingml/2006/main">
              <a:ext uri="{FF2B5EF4-FFF2-40B4-BE49-F238E27FC236}">
                <a16:creationId xmlns:a16="http://schemas.microsoft.com/office/drawing/2014/main" id="{66D52994-A098-4418-A058-C7D3A174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05100"/>
            <a:ext cx="20193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BABFBF-AF83-4D88-84CA-065D1AEB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384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That's a wrap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3DB3D-3265-4FBF-A7B6-D0E27BFB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004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Write the minutes</a:t>
            </a:r>
          </a:p>
        </p:txBody>
      </p:sp>
      <p:sp>
        <p:nvSpPr>
          <p:cNvPr id="22" name="run-note">
            <a:extLst xmlns:a="http://schemas.openxmlformats.org/drawingml/2006/main">
              <a:ext uri="{FF2B5EF4-FFF2-40B4-BE49-F238E27FC236}">
                <a16:creationId xmlns:a16="http://schemas.microsoft.com/office/drawing/2014/main" id="{E998D350-1C0F-49F4-9352-B03FBBB0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The room watches the screen. Participants follow along and can add ideas from their phones.</a:t>
            </a:r>
          </a:p>
        </p:txBody>
      </p:sp>
    </p:spTree>
    <p:extLst>
      <p:ext uri="{BB962C8B-B14F-4D97-AF65-F5344CB8AC3E}">
        <p14:creationId xmlns:p14="http://schemas.microsoft.com/office/powerpoint/2010/main" val="16554294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243E98-3431-400C-A773-4D5B1802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Playing a game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015A1B4-3D1D-4092-AB26-C7852355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Choose a game and a question pack, then press start</a:t>
            </a:r>
          </a:p>
        </p:txBody>
      </p:sp>
      <p:sp>
        <p:nvSpPr>
          <p:cNvPr id="3" name="step-1">
            <a:extLst xmlns:a="http://schemas.openxmlformats.org/drawingml/2006/main">
              <a:ext uri="{FF2B5EF4-FFF2-40B4-BE49-F238E27FC236}">
                <a16:creationId xmlns:a16="http://schemas.microsoft.com/office/drawing/2014/main" id="{8B2B581F-780F-4049-A315-10AD0FFD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3" y="2628900"/>
            <a:ext cx="16383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B9EC0-66A0-442D-A276-782C7492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3" y="27622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A89A9-301E-426D-81E5-5FFA755A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3" y="3124200"/>
            <a:ext cx="1447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Read it aloud</a:t>
            </a:r>
          </a:p>
        </p:txBody>
      </p:sp>
      <p:sp>
        <p:nvSpPr>
          <p:cNvPr id="6" name="connector-1">
            <a:extLst xmlns:a="http://schemas.openxmlformats.org/drawingml/2006/main">
              <a:ext uri="{FF2B5EF4-FFF2-40B4-BE49-F238E27FC236}">
                <a16:creationId xmlns:a16="http://schemas.microsoft.com/office/drawing/2014/main" id="{D6C3BCFC-A003-49F0-A6F9-EC5DE128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263" y="3267075"/>
            <a:ext cx="1047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05E5F634-1D5F-455C-82F3-B7DB5265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088" y="2628900"/>
            <a:ext cx="16383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19F11-8EA7-4262-B44F-36BB122C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288" y="27622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Options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DCD27-EE99-43A4-A1E0-0C9756D9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0338" y="3124200"/>
            <a:ext cx="1447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A to D on screen</a:t>
            </a:r>
          </a:p>
        </p:txBody>
      </p:sp>
      <p:sp>
        <p:nvSpPr>
          <p:cNvPr id="10" name="connector-2">
            <a:extLst xmlns:a="http://schemas.openxmlformats.org/drawingml/2006/main">
              <a:ext uri="{FF2B5EF4-FFF2-40B4-BE49-F238E27FC236}">
                <a16:creationId xmlns:a16="http://schemas.microsoft.com/office/drawing/2014/main" id="{B60410C2-1B5B-4F9D-A582-92AE4475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267075"/>
            <a:ext cx="1047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3C15C923-FDF8-4DC6-B02C-A0790BD9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263" y="2628900"/>
            <a:ext cx="16383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A2AFC-0753-45B0-B5EA-6570DB14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463" y="27622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Timer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35D4B-FC6F-4298-86AB-A320A450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1513" y="3124200"/>
            <a:ext cx="1447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20 seconds</a:t>
            </a:r>
          </a:p>
        </p:txBody>
      </p:sp>
      <p:sp>
        <p:nvSpPr>
          <p:cNvPr id="14" name="connector-3">
            <a:extLst xmlns:a="http://schemas.openxmlformats.org/drawingml/2006/main">
              <a:ext uri="{FF2B5EF4-FFF2-40B4-BE49-F238E27FC236}">
                <a16:creationId xmlns:a16="http://schemas.microsoft.com/office/drawing/2014/main" id="{2708A722-82D8-4211-B774-28A64669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3613" y="3267075"/>
            <a:ext cx="1047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4">
            <a:extLst xmlns:a="http://schemas.openxmlformats.org/drawingml/2006/main">
              <a:ext uri="{FF2B5EF4-FFF2-40B4-BE49-F238E27FC236}">
                <a16:creationId xmlns:a16="http://schemas.microsoft.com/office/drawing/2014/main" id="{030E8DBA-0D58-44E1-A0B9-3B31CB55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438" y="2628900"/>
            <a:ext cx="16383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58C89C-9B7A-4E08-ABDF-57A73698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38" y="27622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Reveal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DCF58C-76B0-4BFD-A40E-96C14416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688" y="3124200"/>
            <a:ext cx="1447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The correct answer</a:t>
            </a:r>
          </a:p>
        </p:txBody>
      </p:sp>
      <p:sp>
        <p:nvSpPr>
          <p:cNvPr id="18" name="connector-4">
            <a:extLst xmlns:a="http://schemas.openxmlformats.org/drawingml/2006/main">
              <a:ext uri="{FF2B5EF4-FFF2-40B4-BE49-F238E27FC236}">
                <a16:creationId xmlns:a16="http://schemas.microsoft.com/office/drawing/2014/main" id="{F82AF194-33BD-4836-B7AF-BD3B0CA6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788" y="3267075"/>
            <a:ext cx="1047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p-5">
            <a:extLst xmlns:a="http://schemas.openxmlformats.org/drawingml/2006/main">
              <a:ext uri="{FF2B5EF4-FFF2-40B4-BE49-F238E27FC236}">
                <a16:creationId xmlns:a16="http://schemas.microsoft.com/office/drawing/2014/main" id="{FB8FA07B-3438-482A-BEF7-F0BAD4AB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2628900"/>
            <a:ext cx="16383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F932E7-1533-4113-B706-017DF8DB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813" y="27622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850A81-9E5E-478A-8E8D-6C4D1075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863" y="3124200"/>
            <a:ext cx="1447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Tap whoever got it</a:t>
            </a:r>
          </a:p>
        </p:txBody>
      </p:sp>
      <p:sp>
        <p:nvSpPr>
          <p:cNvPr id="22" name="connector-5">
            <a:extLst xmlns:a="http://schemas.openxmlformats.org/drawingml/2006/main">
              <a:ext uri="{FF2B5EF4-FFF2-40B4-BE49-F238E27FC236}">
                <a16:creationId xmlns:a16="http://schemas.microsoft.com/office/drawing/2014/main" id="{46D6E760-AB16-4E63-8809-46DD2ADE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963" y="3267075"/>
            <a:ext cx="1047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ep-6">
            <a:extLst xmlns:a="http://schemas.openxmlformats.org/drawingml/2006/main">
              <a:ext uri="{FF2B5EF4-FFF2-40B4-BE49-F238E27FC236}">
                <a16:creationId xmlns:a16="http://schemas.microsoft.com/office/drawing/2014/main" id="{6331A09B-C1B1-49ED-81EB-AFB2338C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788" y="2628900"/>
            <a:ext cx="16383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6295AA-0B4E-4297-94D5-AC6C365C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5988" y="27622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Results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B56BEA-93DD-4267-819F-C0DEB70B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038" y="3124200"/>
            <a:ext cx="1447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Winner and standings</a:t>
            </a:r>
          </a:p>
        </p:txBody>
      </p:sp>
      <p:sp>
        <p:nvSpPr>
          <p:cNvPr id="26" name="game-note">
            <a:extLst xmlns:a="http://schemas.openxmlformats.org/drawingml/2006/main">
              <a:ext uri="{FF2B5EF4-FFF2-40B4-BE49-F238E27FC236}">
                <a16:creationId xmlns:a16="http://schemas.microsoft.com/office/drawing/2014/main" id="{168A3E48-CF06-47AB-A221-42CFC2A5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Prompt decks work the same way without a reveal, because there is no right answer.</a:t>
            </a:r>
          </a:p>
        </p:txBody>
      </p:sp>
    </p:spTree>
    <p:extLst>
      <p:ext uri="{BB962C8B-B14F-4D97-AF65-F5344CB8AC3E}">
        <p14:creationId xmlns:p14="http://schemas.microsoft.com/office/powerpoint/2010/main" val="9864405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1EE96B-C508-4ED1-81B7-E1052CBA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Capturing an idea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C2523A7-F6B6-4606-9AB8-24AB1A3D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From anywhere in the app</a:t>
            </a:r>
          </a:p>
        </p:txBody>
      </p:sp>
      <p:sp>
        <p:nvSpPr>
          <p:cNvPr id="3" name="capture-hero">
            <a:extLst xmlns:a="http://schemas.openxmlformats.org/drawingml/2006/main">
              <a:ext uri="{FF2B5EF4-FFF2-40B4-BE49-F238E27FC236}">
                <a16:creationId xmlns:a16="http://schemas.microsoft.com/office/drawing/2014/main" id="{D9CD7DDA-D50D-4072-A3B6-678014A2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4" name="capture-button">
            <a:extLst xmlns:a="http://schemas.openxmlformats.org/drawingml/2006/main">
              <a:ext uri="{FF2B5EF4-FFF2-40B4-BE49-F238E27FC236}">
                <a16:creationId xmlns:a16="http://schemas.microsoft.com/office/drawing/2014/main" id="{68D6A103-995F-4039-A626-EDEB65C7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000" b="1">
                <a:solidFill>
                  <a:srgbClr val="B3451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B3451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B3451F"/>
                </a:solidFill>
                <a:latin typeface="Lato"/>
                <a:ea typeface="Lato"/>
                <a:cs typeface="Lato"/>
              </a:rPr>
              <a:t>+ Idea</a:t>
            </a:r>
          </a:p>
        </p:txBody>
      </p:sp>
      <p:sp>
        <p:nvSpPr>
          <p:cNvPr id="5" name="capture-detail">
            <a:extLst xmlns:a="http://schemas.openxmlformats.org/drawingml/2006/main">
              <a:ext uri="{FF2B5EF4-FFF2-40B4-BE49-F238E27FC236}">
                <a16:creationId xmlns:a16="http://schemas.microsoft.com/office/drawing/2014/main" id="{25A8ADA6-A0BA-45FB-AE4C-902C913F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Type one line and save. Everything else can be filled in later.</a:t>
            </a:r>
          </a:p>
        </p:txBody>
      </p:sp>
      <p:sp>
        <p:nvSpPr>
          <p:cNvPr id="6" name="capture-promise">
            <a:extLst xmlns:a="http://schemas.openxmlformats.org/drawingml/2006/main">
              <a:ext uri="{FF2B5EF4-FFF2-40B4-BE49-F238E27FC236}">
                <a16:creationId xmlns:a16="http://schemas.microsoft.com/office/drawing/2014/main" id="{44897741-298C-4FB7-B97E-CEB06A05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38450"/>
            <a:ext cx="5410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2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Under five seconds, on a phone, without leaving the conversation.</a:t>
            </a:r>
          </a:p>
        </p:txBody>
      </p:sp>
      <p:sp>
        <p:nvSpPr>
          <p:cNvPr id="7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312C55AD-CEF1-4BCD-9D96-713BE1D0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541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Ideas land in the meeting you are in, and the whole room sees them on the shared screen.</a:t>
            </a:r>
          </a:p>
        </p:txBody>
      </p:sp>
    </p:spTree>
    <p:extLst>
      <p:ext uri="{BB962C8B-B14F-4D97-AF65-F5344CB8AC3E}">
        <p14:creationId xmlns:p14="http://schemas.microsoft.com/office/powerpoint/2010/main" val="6358190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BFE4EF-6CF0-437F-A433-FB009BBE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From idea to work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AD5FE8C-BD93-4218-8973-B4495026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Nothing in Mshikaki appears from nowhere</a:t>
            </a:r>
          </a:p>
        </p:txBody>
      </p:sp>
      <p:sp>
        <p:nvSpPr>
          <p:cNvPr id="3" name="step-1">
            <a:extLst xmlns:a="http://schemas.openxmlformats.org/drawingml/2006/main">
              <a:ext uri="{FF2B5EF4-FFF2-40B4-BE49-F238E27FC236}">
                <a16:creationId xmlns:a16="http://schemas.microsoft.com/office/drawing/2014/main" id="{52A49404-18A0-437C-AE5C-4BE4B7E1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3" y="26289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B6BB2-AEF6-40EC-B8CF-DAA9E883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3" y="27622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Session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FAC66-EAE3-4FCF-B3B8-3EB844BD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312420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Where it was said</a:t>
            </a:r>
          </a:p>
        </p:txBody>
      </p:sp>
      <p:sp>
        <p:nvSpPr>
          <p:cNvPr id="6" name="connector-1">
            <a:extLst xmlns:a="http://schemas.openxmlformats.org/drawingml/2006/main">
              <a:ext uri="{FF2B5EF4-FFF2-40B4-BE49-F238E27FC236}">
                <a16:creationId xmlns:a16="http://schemas.microsoft.com/office/drawing/2014/main" id="{E0DDA0EF-AA40-4958-BB5D-DE9B89F6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863" y="3267075"/>
            <a:ext cx="3905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68213B5F-F5F7-4919-BD90-EF72A11F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6289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33ECB-B6C3-4CAA-938B-F88DF9EA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622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0ED4D8-7ACD-4F27-A7A9-5C90DDAA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312420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What was proposed</a:t>
            </a:r>
          </a:p>
        </p:txBody>
      </p:sp>
      <p:sp>
        <p:nvSpPr>
          <p:cNvPr id="10" name="connector-2">
            <a:extLst xmlns:a="http://schemas.openxmlformats.org/drawingml/2006/main">
              <a:ext uri="{FF2B5EF4-FFF2-40B4-BE49-F238E27FC236}">
                <a16:creationId xmlns:a16="http://schemas.microsoft.com/office/drawing/2014/main" id="{66563A9C-907C-4101-98D1-B0846D88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3267075"/>
            <a:ext cx="3905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262AB7B3-7B98-4E2A-94EB-246FB8B9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26289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6AA04-0D5F-46D5-A131-BBFE234B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6513" y="27622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4D71C-739C-402B-B851-5AF13503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563" y="312420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What the team agreed</a:t>
            </a:r>
          </a:p>
        </p:txBody>
      </p:sp>
      <p:sp>
        <p:nvSpPr>
          <p:cNvPr id="14" name="connector-3">
            <a:extLst xmlns:a="http://schemas.openxmlformats.org/drawingml/2006/main">
              <a:ext uri="{FF2B5EF4-FFF2-40B4-BE49-F238E27FC236}">
                <a16:creationId xmlns:a16="http://schemas.microsoft.com/office/drawing/2014/main" id="{56FB5741-306F-40CE-912E-0CB59A9A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0613" y="3267075"/>
            <a:ext cx="3905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4">
            <a:extLst xmlns:a="http://schemas.openxmlformats.org/drawingml/2006/main">
              <a:ext uri="{FF2B5EF4-FFF2-40B4-BE49-F238E27FC236}">
                <a16:creationId xmlns:a16="http://schemas.microsoft.com/office/drawing/2014/main" id="{315E80AB-FDD2-4338-AD3D-DA386439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26289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ED554E-0B7A-43AE-8005-B07CDB53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27622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Task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5D3D8A-A239-43BC-9C5A-52042FDD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312420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Who is doing it</a:t>
            </a:r>
          </a:p>
        </p:txBody>
      </p:sp>
      <p:sp>
        <p:nvSpPr>
          <p:cNvPr id="18" name="trace-note">
            <a:extLst xmlns:a="http://schemas.openxmlformats.org/drawingml/2006/main">
              <a:ext uri="{FF2B5EF4-FFF2-40B4-BE49-F238E27FC236}">
                <a16:creationId xmlns:a16="http://schemas.microsoft.com/office/drawing/2014/main" id="{B8DEB498-58B9-476D-813C-DBCC2003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An idea that became a decision says so, and lists the work that came from it.</a:t>
            </a:r>
          </a:p>
        </p:txBody>
      </p:sp>
    </p:spTree>
    <p:extLst>
      <p:ext uri="{BB962C8B-B14F-4D97-AF65-F5344CB8AC3E}">
        <p14:creationId xmlns:p14="http://schemas.microsoft.com/office/powerpoint/2010/main" val="15144042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794A84-FB1F-43CD-9A9A-CB327101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Closing the meeting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91A61BD-153D-4148-BC7C-7DADF3BA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Nobody writes the minutes</a:t>
            </a:r>
          </a:p>
        </p:txBody>
      </p:sp>
      <p:sp>
        <p:nvSpPr>
          <p:cNvPr id="3" name="step-1">
            <a:extLst xmlns:a="http://schemas.openxmlformats.org/drawingml/2006/main">
              <a:ext uri="{FF2B5EF4-FFF2-40B4-BE49-F238E27FC236}">
                <a16:creationId xmlns:a16="http://schemas.microsoft.com/office/drawing/2014/main" id="{5028696D-62DF-4C47-98CB-420A3C8C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527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E26A6-B300-4FAC-9E05-8E41E2C5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860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1. That's a wrap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C077A-3B87-4644-9C90-FCEE8BB5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4800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The facilitator closes the meeting</a:t>
            </a:r>
          </a:p>
        </p:txBody>
      </p:sp>
      <p:sp>
        <p:nvSpPr>
          <p:cNvPr id="6" name="connector-1">
            <a:extLst xmlns:a="http://schemas.openxmlformats.org/drawingml/2006/main">
              <a:ext uri="{FF2B5EF4-FFF2-40B4-BE49-F238E27FC236}">
                <a16:creationId xmlns:a16="http://schemas.microsoft.com/office/drawing/2014/main" id="{5200718A-389C-43B7-B06E-EC1198E4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38500"/>
            <a:ext cx="19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E908B3BB-0ECA-41A5-BD94-B3E5C50C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CBE95-7B54-4A10-8D17-914A78F4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860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2. Mshikaki writes it 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7A3B1-DBDA-4068-A89A-F3785CD8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Ideas, decisions, tasks and who owns them</a:t>
            </a:r>
          </a:p>
        </p:txBody>
      </p:sp>
      <p:sp>
        <p:nvSpPr>
          <p:cNvPr id="10" name="connector-2">
            <a:extLst xmlns:a="http://schemas.openxmlformats.org/drawingml/2006/main">
              <a:ext uri="{FF2B5EF4-FFF2-40B4-BE49-F238E27FC236}">
                <a16:creationId xmlns:a16="http://schemas.microsoft.com/office/drawing/2014/main" id="{D42C21A4-1529-4EEB-9353-A7A28C32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38500"/>
            <a:ext cx="19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1BE5F921-7779-42EC-9879-6319C581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527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05D75-60AF-43E0-A1D4-A04D6C81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3. Share 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9A04E-EAC8-4960-8915-1B4D132A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4800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Download the minutes, or copy the text for WhatsApp</a:t>
            </a:r>
          </a:p>
        </p:txBody>
      </p:sp>
      <p:sp>
        <p:nvSpPr>
          <p:cNvPr id="14" name="freeze-note">
            <a:extLst xmlns:a="http://schemas.openxmlformats.org/drawingml/2006/main">
              <a:ext uri="{FF2B5EF4-FFF2-40B4-BE49-F238E27FC236}">
                <a16:creationId xmlns:a16="http://schemas.microsoft.com/office/drawing/2014/main" id="{0252F7DF-E25C-456B-BB1D-9B14EE49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820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8DF"/>
          </a:solidFill>
          <a:ln xmlns:a="http://schemas.openxmlformats.org/drawingml/2006/main" w="9525">
            <a:solidFill>
              <a:srgbClr val="F7E8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A541CF-9530-4AF4-AFC4-24D549E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1036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0">
                <a:solidFill>
                  <a:srgbClr val="7A2E1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7A2E12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7A2E12"/>
                </a:solidFill>
                <a:latin typeface="Lato"/>
                <a:ea typeface="Lato"/>
                <a:cs typeface="Lato"/>
              </a:rPr>
              <a:t>The minutes are frozen when the meeting closes, and everybody is released back to normal Mshikaki.</a:t>
            </a:r>
          </a:p>
        </p:txBody>
      </p:sp>
    </p:spTree>
    <p:extLst>
      <p:ext uri="{BB962C8B-B14F-4D97-AF65-F5344CB8AC3E}">
        <p14:creationId xmlns:p14="http://schemas.microsoft.com/office/powerpoint/2010/main" val="8786587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E93ED8-F54B-4A4B-BA9A-58175063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Bragging rights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05BD409-7FFC-49EB-940B-70F6ED2D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The fun part, and the rules that keep it fun</a:t>
            </a:r>
          </a:p>
        </p:txBody>
      </p:sp>
      <p:sp>
        <p:nvSpPr>
          <p:cNvPr id="3" name="step-1">
            <a:extLst xmlns:a="http://schemas.openxmlformats.org/drawingml/2006/main">
              <a:ext uri="{FF2B5EF4-FFF2-40B4-BE49-F238E27FC236}">
                <a16:creationId xmlns:a16="http://schemas.microsoft.com/office/drawing/2014/main" id="{7C5A83AF-7082-4EE2-A6A7-1B6B3494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552700"/>
            <a:ext cx="24574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7D998-7BD8-4B7C-978A-B312939B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6860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Play games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481AF-728F-45D6-B1EB-64FE50EC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048000"/>
            <a:ext cx="226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Points for taking part</a:t>
            </a:r>
          </a:p>
        </p:txBody>
      </p:sp>
      <p:sp>
        <p:nvSpPr>
          <p:cNvPr id="6" name="connector-1">
            <a:extLst xmlns:a="http://schemas.openxmlformats.org/drawingml/2006/main">
              <a:ext uri="{FF2B5EF4-FFF2-40B4-BE49-F238E27FC236}">
                <a16:creationId xmlns:a16="http://schemas.microsoft.com/office/drawing/2014/main" id="{443ED316-C4AC-48B7-B95C-0E459F79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19087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EBD7706D-39D5-4330-B640-EE22C106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552700"/>
            <a:ext cx="24574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5C7AE-470A-467D-9EC3-7061599D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6860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Capture ideas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D8B1E-931B-433B-97D9-5F2241A6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048000"/>
            <a:ext cx="226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Points for proposing</a:t>
            </a:r>
          </a:p>
        </p:txBody>
      </p:sp>
      <p:sp>
        <p:nvSpPr>
          <p:cNvPr id="10" name="connector-2">
            <a:extLst xmlns:a="http://schemas.openxmlformats.org/drawingml/2006/main">
              <a:ext uri="{FF2B5EF4-FFF2-40B4-BE49-F238E27FC236}">
                <a16:creationId xmlns:a16="http://schemas.microsoft.com/office/drawing/2014/main" id="{F7BDE745-EC55-4BF1-B5BE-6F745281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19087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AF059BBC-0A6F-4C6D-AEC2-EFF93ACC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552700"/>
            <a:ext cx="24574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3641F7-1C99-4D5A-864A-AE303CFE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860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Finish tasks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4F5833-83AD-4DB5-9106-6EAE67D3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48000"/>
            <a:ext cx="226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Points for closing work</a:t>
            </a:r>
          </a:p>
        </p:txBody>
      </p:sp>
      <p:sp>
        <p:nvSpPr>
          <p:cNvPr id="14" name="connector-3">
            <a:extLst xmlns:a="http://schemas.openxmlformats.org/drawingml/2006/main">
              <a:ext uri="{FF2B5EF4-FFF2-40B4-BE49-F238E27FC236}">
                <a16:creationId xmlns:a16="http://schemas.microsoft.com/office/drawing/2014/main" id="{724E6B7C-6CEA-4CFE-B018-719BEE70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19087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4">
            <a:extLst xmlns:a="http://schemas.openxmlformats.org/drawingml/2006/main">
              <a:ext uri="{FF2B5EF4-FFF2-40B4-BE49-F238E27FC236}">
                <a16:creationId xmlns:a16="http://schemas.microsoft.com/office/drawing/2014/main" id="{0DA8DD53-B339-439A-B20D-F3ABA45F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552700"/>
            <a:ext cx="24574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8025E-E1A1-4A27-9548-12F2AC29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6860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Clear blockers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C2EE44-3900-4FE9-8CDD-163DF483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048000"/>
            <a:ext cx="226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The biggest points</a:t>
            </a:r>
          </a:p>
        </p:txBody>
      </p:sp>
      <p:sp>
        <p:nvSpPr>
          <p:cNvPr id="18" name="xp-rule">
            <a:extLst xmlns:a="http://schemas.openxmlformats.org/drawingml/2006/main">
              <a:ext uri="{FF2B5EF4-FFF2-40B4-BE49-F238E27FC236}">
                <a16:creationId xmlns:a16="http://schemas.microsoft.com/office/drawing/2014/main" id="{904D82D3-71DD-432B-A4E4-9DDF7D36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The leaderboard is for fun. It is never used to evaluate anybody.</a:t>
            </a:r>
          </a:p>
        </p:txBody>
      </p:sp>
      <p:sp>
        <p:nvSpPr>
          <p:cNvPr id="19" name="xp-note">
            <a:extLst xmlns:a="http://schemas.openxmlformats.org/drawingml/2006/main">
              <a:ext uri="{FF2B5EF4-FFF2-40B4-BE49-F238E27FC236}">
                <a16:creationId xmlns:a16="http://schemas.microsoft.com/office/drawing/2014/main" id="{DDB30074-4FCD-4C3A-9B68-B8B00178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Anyone can hide themselves from the standings in Team settings. Serious numbers live in Activity.</a:t>
            </a:r>
          </a:p>
        </p:txBody>
      </p:sp>
    </p:spTree>
    <p:extLst>
      <p:ext uri="{BB962C8B-B14F-4D97-AF65-F5344CB8AC3E}">
        <p14:creationId xmlns:p14="http://schemas.microsoft.com/office/powerpoint/2010/main" val="8032303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2026-10-01T07:54:49.8170000Z</dcterms:created>
  <dcterms:modified xsi:type="dcterms:W3CDTF">2026-10-01T07:54:49.8170000Z</dcterms:modified>
</coreProperties>
</file>